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25.99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15.50 x 10.08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288036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288036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59496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5949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9.99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1456" y="5029200"/>
            <a:ext cx="368640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1456" y="4846320"/>
            <a:ext cx="36864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10.24 x 1.78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2026-10-07T20:22:29Z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