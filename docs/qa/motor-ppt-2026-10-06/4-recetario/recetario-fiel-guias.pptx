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34428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12996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31643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31643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12847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12847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9290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921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00316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33036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33036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26770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326770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4935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14935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8593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91472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00316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84080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61951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79903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79903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62499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62499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52056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41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6994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70700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683578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00316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35124" y="2926080"/>
            <a:ext cx="496519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35124" y="2743200"/>
            <a:ext cx="49651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13.79 x 5.03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9516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9516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371600"/>
            <a:ext cx="11615623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11887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32.27 x 12.45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67913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67913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7913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29585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03032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92625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92625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0"/>
            <a:ext cx="11615623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32.27 x 6.86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84748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2324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084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41084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841084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41084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41084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1143000"/>
            <a:ext cx="11615623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9601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32.27 x 13.46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600200"/>
            <a:ext cx="1115568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417320"/>
            <a:ext cx="11155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30.99 x 10.67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43200" y="2743200"/>
            <a:ext cx="6675120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43200" y="2560320"/>
            <a:ext cx="6675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ejemplo, 18.54 x 5.59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22676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122676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22676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22676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043684" y="2057400"/>
            <a:ext cx="3156052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043684" y="187452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8.77 x 3.05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125816" y="2011680"/>
            <a:ext cx="315605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125816" y="182880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4.57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043684" y="4251960"/>
            <a:ext cx="315605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043684" y="406908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5.49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507328" y="4663440"/>
            <a:ext cx="5259172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507328" y="4480560"/>
            <a:ext cx="52591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14.61 x 3.43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64793" y="2240280"/>
            <a:ext cx="1874520" cy="1874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64793" y="20574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5.21 cm, 5.21 x 5.21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592275" y="44805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592275" y="42976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214518" y="2286000"/>
            <a:ext cx="2073554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14518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5.76 x 9.53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076993" y="2286000"/>
            <a:ext cx="1204874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76993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3.35 x 10.06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495044" y="2423160"/>
            <a:ext cx="179923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495044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5.00 x 3.81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08878" y="2423160"/>
            <a:ext cx="1479194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808878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4.11 x 7.62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665513" y="2423160"/>
            <a:ext cx="1616354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65513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4.49 x 10.97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401920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401920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236" y="3898392"/>
            <a:ext cx="8307324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236" y="3715512"/>
            <a:ext cx="830732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23.08 x 1.83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75688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75688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0756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756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732788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32788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1930271"/>
            <a:ext cx="5486400" cy="301574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747391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8.38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732788" y="5220337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732788" y="5037457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732788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732788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732788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828800"/>
            <a:ext cx="58521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64592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16.26 x 11.18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0967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0967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83680" y="2148840"/>
            <a:ext cx="5349240" cy="2944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83680" y="1965960"/>
            <a:ext cx="5349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14.86 x 8.18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x2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3629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3629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6717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717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8845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8845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1933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41933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9252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9252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50193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50193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36046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6046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9542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224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283196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25119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69394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749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53749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18472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18472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71165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71165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7475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50353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83196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60804" y="2971800"/>
            <a:ext cx="542239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0804" y="2788920"/>
            <a:ext cx="54223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15.06 x 6.35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18804" y="2468880"/>
            <a:ext cx="31848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8.85 x 7.11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723644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723644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60056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60056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63040"/>
            <a:ext cx="11615623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32.27 x 1.91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220724" y="3017520"/>
            <a:ext cx="40247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220724" y="2834640"/>
            <a:ext cx="4024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11.18 x 7.62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3017520"/>
            <a:ext cx="26531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28736" y="28346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7.62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71597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1597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62323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8713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56348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6374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66076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536442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36442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56496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799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6374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66076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226564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50813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50813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46915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36456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66076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26564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331354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31354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60393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60393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273473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863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66076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226564" y="1874520"/>
            <a:ext cx="523951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226564" y="1691640"/>
            <a:ext cx="5239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14.55 x 10.67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16168" y="2103120"/>
            <a:ext cx="5365699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192024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14.90 x 2.54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23644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723644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723644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723644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10178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710178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313432"/>
            <a:ext cx="271720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340864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313432"/>
            <a:ext cx="5056467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340864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313432"/>
            <a:ext cx="140355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340864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65081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971800"/>
            <a:ext cx="16879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999232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971800"/>
            <a:ext cx="3185056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999232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971800"/>
            <a:ext cx="178149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999232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971800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999232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7945" y="4370832"/>
            <a:ext cx="290434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7945" y="4398264"/>
            <a:ext cx="29006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48632" y="4370832"/>
            <a:ext cx="412076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48632" y="4398264"/>
            <a:ext cx="4117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65737" y="4370832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65737" y="4398264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88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61767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87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44351" y="5029200"/>
            <a:ext cx="5707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107858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11445" y="5029200"/>
            <a:ext cx="425686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11445" y="5056632"/>
            <a:ext cx="4253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64652" y="5029200"/>
            <a:ext cx="302816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64652" y="5056632"/>
            <a:ext cx="30245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89155" y="5029200"/>
            <a:ext cx="122870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89155" y="5056632"/>
            <a:ext cx="1228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7091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997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60804" y="2103120"/>
            <a:ext cx="935705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60804" y="192024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25.99 x 3.66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60804" y="4160520"/>
            <a:ext cx="935705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60804" y="397764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25.99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129638" y="56235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54406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83016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21163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21163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85156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85156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6904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9384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5226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9660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2089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72886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956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73468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8086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83196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80772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76966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76966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24372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24372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46172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8262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5114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3383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8869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71764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25919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73468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8086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83196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81506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7928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17149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17149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63219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63219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96242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8628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51507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4233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173468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8086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83196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41327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59901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59901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41783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41783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03431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603431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45431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5882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73468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88086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283196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506724" y="2057400"/>
            <a:ext cx="377647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06724" y="1874520"/>
            <a:ext cx="3776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10.49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495044" y="2194560"/>
            <a:ext cx="4372204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495044" y="2011680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12.15 x 2.16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62224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62224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95044" y="4206240"/>
            <a:ext cx="375041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95044" y="4023360"/>
            <a:ext cx="3750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10.42 x 4.57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20176" y="2194560"/>
            <a:ext cx="256169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20176" y="201168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10.36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75204" y="2240280"/>
            <a:ext cx="2470252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775204" y="20574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9.65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97216" y="2057400"/>
            <a:ext cx="3384652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897216" y="187452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2.54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97216" y="3931920"/>
            <a:ext cx="3384652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97216" y="374904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5.08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90799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267712"/>
            <a:ext cx="271720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267712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267712"/>
            <a:ext cx="5056467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267712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6508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871216"/>
            <a:ext cx="168792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871216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871216"/>
            <a:ext cx="3185056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871216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871216"/>
            <a:ext cx="178149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871216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60804" y="2057400"/>
            <a:ext cx="9357055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60804" y="187452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25.99 x 3.35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29638" y="329184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310896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586484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586484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11.89 x 3.81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22896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22896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11.89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60804" y="2011680"/>
            <a:ext cx="338465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60804" y="182880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3.20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11616" y="2011680"/>
            <a:ext cx="24702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11616" y="18288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4.27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860804" y="4489704"/>
            <a:ext cx="33846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860804" y="4306824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4.27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1456" y="4489704"/>
            <a:ext cx="4372204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531456" y="4306824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0.99 cm, 12.15 x 1.91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198635" y="5221224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98635" y="503834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26080"/>
            <a:ext cx="4984852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2743200"/>
            <a:ext cx="49848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13.85 x 3.23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5896" y="2743200"/>
            <a:ext cx="2515972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65896" y="2560320"/>
            <a:ext cx="25159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6.99 x 8.33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3076" y="1463040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128016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2999232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3076" y="2816352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35424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352544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2103120"/>
            <a:ext cx="4893412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920240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2.66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00136" y="2011680"/>
            <a:ext cx="288173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400136" y="1828800"/>
            <a:ext cx="2881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8.00 x 3.20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21124" y="4343400"/>
            <a:ext cx="4574743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1124" y="4160520"/>
            <a:ext cx="45747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12.71 x 4.27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31036" y="1645920"/>
            <a:ext cx="1600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31036" y="1463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4.45 x 2.92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49724" y="2011680"/>
            <a:ext cx="2195932" cy="8412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649724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6.10 x 2.34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15484" y="3931920"/>
            <a:ext cx="1830172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15484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5.08 x 4.47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268816" y="2057400"/>
            <a:ext cx="2013052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268816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5.59 x 10.06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81830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81830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75625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5625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512564"/>
            <a:ext cx="4893412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329684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2.32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42936" y="4421124"/>
            <a:ext cx="3338932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42936" y="4238244"/>
            <a:ext cx="3338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9.27 x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17438" y="2011680"/>
            <a:ext cx="157063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17438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4.36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482633" y="2011680"/>
            <a:ext cx="1799234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82633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5.00 x 3.20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860804" y="4617720"/>
            <a:ext cx="143347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60804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3.98 x 3.66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281830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281830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75625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75625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1830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281830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75625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275625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3474720"/>
            <a:ext cx="4052164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3291840"/>
            <a:ext cx="40521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11.26 x 5.59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331388" y="54864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331388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628736" y="3474720"/>
            <a:ext cx="2653132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28736" y="32918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7.37 x 6.40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6676" y="2423160"/>
            <a:ext cx="10518343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24028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29.22 x 8.64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p_pie (dicotomía de un público)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202436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202436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85316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85316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04338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04338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722876" y="1783080"/>
            <a:ext cx="617494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22876" y="1600200"/>
            <a:ext cx="6174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17.15 x 11.28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77356" y="1828800"/>
            <a:ext cx="49862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77356" y="1645920"/>
            <a:ext cx="49862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13.85 x 11.73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58484" y="1691640"/>
            <a:ext cx="512338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58484" y="1508760"/>
            <a:ext cx="51233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14.23 x 11.73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514600"/>
            <a:ext cx="1051834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6676" y="233172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29.22 x 8.38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025396" y="1828800"/>
            <a:ext cx="8323783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025396" y="164592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23.12 x 10.59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604360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604360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299716" y="1828800"/>
            <a:ext cx="7958023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299716" y="1645920"/>
            <a:ext cx="79580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22.11 x 10.34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22750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22750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82596" y="2194560"/>
            <a:ext cx="85066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82596" y="2011680"/>
            <a:ext cx="85066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23.63 x 9.45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371950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371950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031236" y="2194560"/>
            <a:ext cx="66778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031236" y="2011680"/>
            <a:ext cx="6677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18.55 x 9.45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33290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33290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14116" y="2057400"/>
            <a:ext cx="539770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14116" y="1874520"/>
            <a:ext cx="53977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14.99 x 10.08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3796" y="1600200"/>
            <a:ext cx="11249863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53796" y="1417320"/>
            <a:ext cx="11249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31.25 x 11.94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61823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61823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031236" y="2194560"/>
            <a:ext cx="75922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031236" y="2011680"/>
            <a:ext cx="7592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21.09 x 9.45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74896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74896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566E99">
              <a:alpha val="100000"/>
            </a:srgbClr>
          </a:solidFill>
          <a:ln w="3175" cap="rnd" cmpd="sng">
            <a:solidFill>
              <a:srgbClr val="566E9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6178A2">
              <a:alpha val="100000"/>
            </a:srgbClr>
          </a:solidFill>
          <a:ln w="3175" cap="rnd" cmpd="sng">
            <a:solidFill>
              <a:srgbClr val="6178A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455F8C">
              <a:alpha val="100000"/>
            </a:srgbClr>
          </a:solidFill>
          <a:ln w="3175" cap="rnd" cmpd="sng">
            <a:solidFill>
              <a:srgbClr val="455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D2DBEA">
              <a:alpha val="100000"/>
            </a:srgbClr>
          </a:solidFill>
          <a:ln w="3175" cap="rnd" cmpd="sng">
            <a:solidFill>
              <a:srgbClr val="D2DBE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6C83AA">
              <a:alpha val="100000"/>
            </a:srgbClr>
          </a:solidFill>
          <a:ln w="3175" cap="rnd" cmpd="sng">
            <a:solidFill>
              <a:srgbClr val="6C83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506995">
              <a:alpha val="100000"/>
            </a:srgbClr>
          </a:solidFill>
          <a:ln w="3175" cap="rnd" cmpd="sng">
            <a:solidFill>
              <a:srgbClr val="50699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345080">
              <a:alpha val="100000"/>
            </a:srgbClr>
          </a:solidFill>
          <a:ln w="3175" cap="rnd" cmpd="sng">
            <a:solidFill>
              <a:srgbClr val="3450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3F5A88">
              <a:alpha val="100000"/>
            </a:srgbClr>
          </a:solidFill>
          <a:ln w="3175" cap="rnd" cmpd="sng">
            <a:solidFill>
              <a:srgbClr val="3F5A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506995">
              <a:alpha val="100000"/>
            </a:srgbClr>
          </a:solidFill>
          <a:ln w="3175" cap="rnd" cmpd="sng">
            <a:solidFill>
              <a:srgbClr val="50699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3A6C8">
              <a:alpha val="100000"/>
            </a:srgbClr>
          </a:solidFill>
          <a:ln w="3175" cap="rnd" cmpd="sng">
            <a:solidFill>
              <a:srgbClr val="93A6C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506995">
              <a:alpha val="100000"/>
            </a:srgbClr>
          </a:solidFill>
          <a:ln w="3175" cap="rnd" cmpd="sng">
            <a:solidFill>
              <a:srgbClr val="50699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506995">
              <a:alpha val="100000"/>
            </a:srgbClr>
          </a:solidFill>
          <a:ln w="3175" cap="rnd" cmpd="sng">
            <a:solidFill>
              <a:srgbClr val="50699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506995">
              <a:alpha val="100000"/>
            </a:srgbClr>
          </a:solidFill>
          <a:ln w="3175" cap="rnd" cmpd="sng">
            <a:solidFill>
              <a:srgbClr val="50699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455F8C">
              <a:alpha val="100000"/>
            </a:srgbClr>
          </a:solidFill>
          <a:ln w="3175" cap="rnd" cmpd="sng">
            <a:solidFill>
              <a:srgbClr val="455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8397BB">
              <a:alpha val="100000"/>
            </a:srgbClr>
          </a:solidFill>
          <a:ln w="3175" cap="rnd" cmpd="sng">
            <a:solidFill>
              <a:srgbClr val="8397B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506995">
              <a:alpha val="100000"/>
            </a:srgbClr>
          </a:solidFill>
          <a:ln w="3175" cap="rnd" cmpd="sng">
            <a:solidFill>
              <a:srgbClr val="50699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455F8C">
              <a:alpha val="100000"/>
            </a:srgbClr>
          </a:solidFill>
          <a:ln w="3175" cap="rnd" cmpd="sng">
            <a:solidFill>
              <a:srgbClr val="455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455F8C">
              <a:alpha val="100000"/>
            </a:srgbClr>
          </a:solidFill>
          <a:ln w="3175" cap="rnd" cmpd="sng">
            <a:solidFill>
              <a:srgbClr val="455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905858" y="5239512"/>
            <a:ext cx="13131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36158" y="5248656"/>
            <a:ext cx="5410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485738" y="5303520"/>
            <a:ext cx="126492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607658" y="5303520"/>
            <a:ext cx="126492" cy="146304"/>
          </a:xfrm>
          <a:prstGeom prst="rect">
            <a:avLst/>
          </a:prstGeom>
          <a:solidFill>
            <a:srgbClr val="E6EBF4">
              <a:alpha val="100000"/>
            </a:srgbClr>
          </a:solidFill>
          <a:ln w="3175" cap="rnd" cmpd="sng">
            <a:solidFill>
              <a:srgbClr val="E6EBF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6729578" y="5303520"/>
            <a:ext cx="126492" cy="146304"/>
          </a:xfrm>
          <a:prstGeom prst="rect">
            <a:avLst/>
          </a:prstGeom>
          <a:solidFill>
            <a:srgbClr val="E2E8F2">
              <a:alpha val="100000"/>
            </a:srgbClr>
          </a:solidFill>
          <a:ln w="3175" cap="rnd" cmpd="sng">
            <a:solidFill>
              <a:srgbClr val="E2E8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6851498" y="5303520"/>
            <a:ext cx="126492" cy="146304"/>
          </a:xfrm>
          <a:prstGeom prst="rect">
            <a:avLst/>
          </a:prstGeom>
          <a:solidFill>
            <a:srgbClr val="DAE1EE">
              <a:alpha val="100000"/>
            </a:srgbClr>
          </a:solidFill>
          <a:ln w="3175" cap="rnd" cmpd="sng">
            <a:solidFill>
              <a:srgbClr val="DAE1E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973418" y="5303520"/>
            <a:ext cx="126492" cy="146304"/>
          </a:xfrm>
          <a:prstGeom prst="rect">
            <a:avLst/>
          </a:prstGeom>
          <a:solidFill>
            <a:srgbClr val="D2DBEA">
              <a:alpha val="100000"/>
            </a:srgbClr>
          </a:solidFill>
          <a:ln w="3175" cap="rnd" cmpd="sng">
            <a:solidFill>
              <a:srgbClr val="D2DBE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7095338" y="5303520"/>
            <a:ext cx="126492" cy="146304"/>
          </a:xfrm>
          <a:prstGeom prst="rect">
            <a:avLst/>
          </a:prstGeom>
          <a:solidFill>
            <a:srgbClr val="CAD4E6">
              <a:alpha val="100000"/>
            </a:srgbClr>
          </a:solidFill>
          <a:ln w="3175" cap="rnd" cmpd="sng">
            <a:solidFill>
              <a:srgbClr val="CAD4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217258" y="5303520"/>
            <a:ext cx="126492" cy="146304"/>
          </a:xfrm>
          <a:prstGeom prst="rect">
            <a:avLst/>
          </a:prstGeom>
          <a:solidFill>
            <a:srgbClr val="C6D1E4">
              <a:alpha val="100000"/>
            </a:srgbClr>
          </a:solidFill>
          <a:ln w="3175" cap="rnd" cmpd="sng">
            <a:solidFill>
              <a:srgbClr val="C6D1E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7339178" y="5303520"/>
            <a:ext cx="126492" cy="146304"/>
          </a:xfrm>
          <a:prstGeom prst="rect">
            <a:avLst/>
          </a:prstGeom>
          <a:solidFill>
            <a:srgbClr val="BECBE0">
              <a:alpha val="100000"/>
            </a:srgbClr>
          </a:solidFill>
          <a:ln w="3175" cap="rnd" cmpd="sng">
            <a:solidFill>
              <a:srgbClr val="BECB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61098" y="5303520"/>
            <a:ext cx="126492" cy="146304"/>
          </a:xfrm>
          <a:prstGeom prst="rect">
            <a:avLst/>
          </a:prstGeom>
          <a:solidFill>
            <a:srgbClr val="B6C4DC">
              <a:alpha val="100000"/>
            </a:srgbClr>
          </a:solidFill>
          <a:ln w="3175" cap="rnd" cmpd="sng">
            <a:solidFill>
              <a:srgbClr val="B6C4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7583018" y="5303520"/>
            <a:ext cx="126492" cy="146304"/>
          </a:xfrm>
          <a:prstGeom prst="rect">
            <a:avLst/>
          </a:prstGeom>
          <a:solidFill>
            <a:srgbClr val="AEBDD8">
              <a:alpha val="100000"/>
            </a:srgbClr>
          </a:solidFill>
          <a:ln w="3175" cap="rnd" cmpd="sng">
            <a:solidFill>
              <a:srgbClr val="AEBD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7704938" y="5303520"/>
            <a:ext cx="126492" cy="146304"/>
          </a:xfrm>
          <a:prstGeom prst="rect">
            <a:avLst/>
          </a:prstGeom>
          <a:solidFill>
            <a:srgbClr val="AABAD6">
              <a:alpha val="100000"/>
            </a:srgbClr>
          </a:solidFill>
          <a:ln w="3175" cap="rnd" cmpd="sng">
            <a:solidFill>
              <a:srgbClr val="AABAD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7826858" y="5303520"/>
            <a:ext cx="126492" cy="146304"/>
          </a:xfrm>
          <a:prstGeom prst="rect">
            <a:avLst/>
          </a:prstGeom>
          <a:solidFill>
            <a:srgbClr val="A2B4D2">
              <a:alpha val="100000"/>
            </a:srgbClr>
          </a:solidFill>
          <a:ln w="3175" cap="rnd" cmpd="sng">
            <a:solidFill>
              <a:srgbClr val="A2B4D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7948778" y="5303520"/>
            <a:ext cx="126492" cy="146304"/>
          </a:xfrm>
          <a:prstGeom prst="rect">
            <a:avLst/>
          </a:prstGeom>
          <a:solidFill>
            <a:srgbClr val="99ABCC">
              <a:alpha val="100000"/>
            </a:srgbClr>
          </a:solidFill>
          <a:ln w="3175" cap="rnd" cmpd="sng">
            <a:solidFill>
              <a:srgbClr val="99AB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8070698" y="5303520"/>
            <a:ext cx="126492" cy="146304"/>
          </a:xfrm>
          <a:prstGeom prst="rect">
            <a:avLst/>
          </a:prstGeom>
          <a:solidFill>
            <a:srgbClr val="8EA1C4">
              <a:alpha val="100000"/>
            </a:srgbClr>
          </a:solidFill>
          <a:ln w="3175" cap="rnd" cmpd="sng">
            <a:solidFill>
              <a:srgbClr val="8EA1C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8192618" y="5303520"/>
            <a:ext cx="126492" cy="146304"/>
          </a:xfrm>
          <a:prstGeom prst="rect">
            <a:avLst/>
          </a:prstGeom>
          <a:solidFill>
            <a:srgbClr val="889CBF">
              <a:alpha val="100000"/>
            </a:srgbClr>
          </a:solidFill>
          <a:ln w="3175" cap="rnd" cmpd="sng">
            <a:solidFill>
              <a:srgbClr val="889C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8314538" y="5303520"/>
            <a:ext cx="126492" cy="146304"/>
          </a:xfrm>
          <a:prstGeom prst="rect">
            <a:avLst/>
          </a:prstGeom>
          <a:solidFill>
            <a:srgbClr val="7D92B7">
              <a:alpha val="100000"/>
            </a:srgbClr>
          </a:solidFill>
          <a:ln w="3175" cap="rnd" cmpd="sng">
            <a:solidFill>
              <a:srgbClr val="7D92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8436458" y="5303520"/>
            <a:ext cx="126492" cy="146304"/>
          </a:xfrm>
          <a:prstGeom prst="rect">
            <a:avLst/>
          </a:prstGeom>
          <a:solidFill>
            <a:srgbClr val="7288AE">
              <a:alpha val="100000"/>
            </a:srgbClr>
          </a:solidFill>
          <a:ln w="3175" cap="rnd" cmpd="sng">
            <a:solidFill>
              <a:srgbClr val="7288A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8558378" y="5303520"/>
            <a:ext cx="126492" cy="146304"/>
          </a:xfrm>
          <a:prstGeom prst="rect">
            <a:avLst/>
          </a:prstGeom>
          <a:solidFill>
            <a:srgbClr val="677EA6">
              <a:alpha val="100000"/>
            </a:srgbClr>
          </a:solidFill>
          <a:ln w="3175" cap="rnd" cmpd="sng">
            <a:solidFill>
              <a:srgbClr val="677EA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8680298" y="5303520"/>
            <a:ext cx="126492" cy="146304"/>
          </a:xfrm>
          <a:prstGeom prst="rect">
            <a:avLst/>
          </a:prstGeom>
          <a:solidFill>
            <a:srgbClr val="6178A2">
              <a:alpha val="100000"/>
            </a:srgbClr>
          </a:solidFill>
          <a:ln w="3175" cap="rnd" cmpd="sng">
            <a:solidFill>
              <a:srgbClr val="6178A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8802218" y="5303520"/>
            <a:ext cx="126492" cy="146304"/>
          </a:xfrm>
          <a:prstGeom prst="rect">
            <a:avLst/>
          </a:prstGeom>
          <a:solidFill>
            <a:srgbClr val="566E99">
              <a:alpha val="100000"/>
            </a:srgbClr>
          </a:solidFill>
          <a:ln w="3175" cap="rnd" cmpd="sng">
            <a:solidFill>
              <a:srgbClr val="566E9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8924138" y="5303520"/>
            <a:ext cx="126492" cy="14630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9046058" y="5303520"/>
            <a:ext cx="126492" cy="146304"/>
          </a:xfrm>
          <a:prstGeom prst="rect">
            <a:avLst/>
          </a:prstGeom>
          <a:solidFill>
            <a:srgbClr val="3F5A88">
              <a:alpha val="100000"/>
            </a:srgbClr>
          </a:solidFill>
          <a:ln w="3175" cap="rnd" cmpd="sng">
            <a:solidFill>
              <a:srgbClr val="3F5A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9167978" y="5303520"/>
            <a:ext cx="126492" cy="146304"/>
          </a:xfrm>
          <a:prstGeom prst="rect">
            <a:avLst/>
          </a:prstGeom>
          <a:solidFill>
            <a:srgbClr val="3A5584">
              <a:alpha val="100000"/>
            </a:srgbClr>
          </a:solidFill>
          <a:ln w="3175" cap="rnd" cmpd="sng">
            <a:solidFill>
              <a:srgbClr val="3A558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9289898" y="5303520"/>
            <a:ext cx="126492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9411818" y="5248656"/>
            <a:ext cx="6172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4997298" y="5303520"/>
            <a:ext cx="4848860" cy="1463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4997298" y="5120640"/>
            <a:ext cx="4848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13.47 x 0.41 cm</a:t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2939796" y="2286000"/>
            <a:ext cx="8963863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2939796" y="2103120"/>
            <a:ext cx="8963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24.90 x 7.24 cm</a:t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6C83AA">
              <a:alpha val="100000"/>
            </a:srgbClr>
          </a:solidFill>
          <a:ln w="3175" cap="rnd" cmpd="sng">
            <a:solidFill>
              <a:srgbClr val="6C83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778DB3">
              <a:alpha val="100000"/>
            </a:srgbClr>
          </a:solidFill>
          <a:ln w="3175" cap="rnd" cmpd="sng">
            <a:solidFill>
              <a:srgbClr val="778D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9ABCC">
              <a:alpha val="100000"/>
            </a:srgbClr>
          </a:solidFill>
          <a:ln w="3175" cap="rnd" cmpd="sng">
            <a:solidFill>
              <a:srgbClr val="99AB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AEBDD8">
              <a:alpha val="100000"/>
            </a:srgbClr>
          </a:solidFill>
          <a:ln w="3175" cap="rnd" cmpd="sng">
            <a:solidFill>
              <a:srgbClr val="AEBD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6C83AA">
              <a:alpha val="100000"/>
            </a:srgbClr>
          </a:solidFill>
          <a:ln w="3175" cap="rnd" cmpd="sng">
            <a:solidFill>
              <a:srgbClr val="6C83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778DB3">
              <a:alpha val="100000"/>
            </a:srgbClr>
          </a:solidFill>
          <a:ln w="3175" cap="rnd" cmpd="sng">
            <a:solidFill>
              <a:srgbClr val="778D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778DB3">
              <a:alpha val="100000"/>
            </a:srgbClr>
          </a:solidFill>
          <a:ln w="3175" cap="rnd" cmpd="sng">
            <a:solidFill>
              <a:srgbClr val="778D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6C83AA">
              <a:alpha val="100000"/>
            </a:srgbClr>
          </a:solidFill>
          <a:ln w="3175" cap="rnd" cmpd="sng">
            <a:solidFill>
              <a:srgbClr val="6C83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778DB3">
              <a:alpha val="100000"/>
            </a:srgbClr>
          </a:solidFill>
          <a:ln w="3175" cap="rnd" cmpd="sng">
            <a:solidFill>
              <a:srgbClr val="778D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9ABCC">
              <a:alpha val="100000"/>
            </a:srgbClr>
          </a:solidFill>
          <a:ln w="3175" cap="rnd" cmpd="sng">
            <a:solidFill>
              <a:srgbClr val="99AB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5B739D">
              <a:alpha val="100000"/>
            </a:srgbClr>
          </a:solidFill>
          <a:ln w="3175" cap="rnd" cmpd="sng">
            <a:solidFill>
              <a:srgbClr val="5B739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6C83AA">
              <a:alpha val="100000"/>
            </a:srgbClr>
          </a:solidFill>
          <a:ln w="3175" cap="rnd" cmpd="sng">
            <a:solidFill>
              <a:srgbClr val="6C83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3F5A88">
              <a:alpha val="100000"/>
            </a:srgbClr>
          </a:solidFill>
          <a:ln w="3175" cap="rnd" cmpd="sng">
            <a:solidFill>
              <a:srgbClr val="3F5A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889CBF">
              <a:alpha val="100000"/>
            </a:srgbClr>
          </a:solidFill>
          <a:ln w="3175" cap="rnd" cmpd="sng">
            <a:solidFill>
              <a:srgbClr val="889C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2CEE2">
              <a:alpha val="100000"/>
            </a:srgbClr>
          </a:solidFill>
          <a:ln w="3175" cap="rnd" cmpd="sng">
            <a:solidFill>
              <a:srgbClr val="C2CEE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3F5A88">
              <a:alpha val="100000"/>
            </a:srgbClr>
          </a:solidFill>
          <a:ln w="3175" cap="rnd" cmpd="sng">
            <a:solidFill>
              <a:srgbClr val="3F5A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889CBF">
              <a:alpha val="100000"/>
            </a:srgbClr>
          </a:solidFill>
          <a:ln w="3175" cap="rnd" cmpd="sng">
            <a:solidFill>
              <a:srgbClr val="889C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9ABCC">
              <a:alpha val="100000"/>
            </a:srgbClr>
          </a:solidFill>
          <a:ln w="3175" cap="rnd" cmpd="sng">
            <a:solidFill>
              <a:srgbClr val="99AB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6C83AA">
              <a:alpha val="100000"/>
            </a:srgbClr>
          </a:solidFill>
          <a:ln w="3175" cap="rnd" cmpd="sng">
            <a:solidFill>
              <a:srgbClr val="6C83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3F5A88">
              <a:alpha val="100000"/>
            </a:srgbClr>
          </a:solidFill>
          <a:ln w="3175" cap="rnd" cmpd="sng">
            <a:solidFill>
              <a:srgbClr val="3F5A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03138" y="5760720"/>
            <a:ext cx="13131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133438" y="5769864"/>
            <a:ext cx="5410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583018" y="5824728"/>
            <a:ext cx="126492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704938" y="5824728"/>
            <a:ext cx="126492" cy="146304"/>
          </a:xfrm>
          <a:prstGeom prst="rect">
            <a:avLst/>
          </a:prstGeom>
          <a:solidFill>
            <a:srgbClr val="E6EBF4">
              <a:alpha val="100000"/>
            </a:srgbClr>
          </a:solidFill>
          <a:ln w="3175" cap="rnd" cmpd="sng">
            <a:solidFill>
              <a:srgbClr val="E6EBF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826858" y="5824728"/>
            <a:ext cx="126492" cy="146304"/>
          </a:xfrm>
          <a:prstGeom prst="rect">
            <a:avLst/>
          </a:prstGeom>
          <a:solidFill>
            <a:srgbClr val="E2E8F2">
              <a:alpha val="100000"/>
            </a:srgbClr>
          </a:solidFill>
          <a:ln w="3175" cap="rnd" cmpd="sng">
            <a:solidFill>
              <a:srgbClr val="E2E8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948778" y="5824728"/>
            <a:ext cx="126492" cy="146304"/>
          </a:xfrm>
          <a:prstGeom prst="rect">
            <a:avLst/>
          </a:prstGeom>
          <a:solidFill>
            <a:srgbClr val="DAE1EE">
              <a:alpha val="100000"/>
            </a:srgbClr>
          </a:solidFill>
          <a:ln w="3175" cap="rnd" cmpd="sng">
            <a:solidFill>
              <a:srgbClr val="DAE1E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070698" y="5824728"/>
            <a:ext cx="126492" cy="146304"/>
          </a:xfrm>
          <a:prstGeom prst="rect">
            <a:avLst/>
          </a:prstGeom>
          <a:solidFill>
            <a:srgbClr val="D2DBEA">
              <a:alpha val="100000"/>
            </a:srgbClr>
          </a:solidFill>
          <a:ln w="3175" cap="rnd" cmpd="sng">
            <a:solidFill>
              <a:srgbClr val="D2DBE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192618" y="5824728"/>
            <a:ext cx="126492" cy="146304"/>
          </a:xfrm>
          <a:prstGeom prst="rect">
            <a:avLst/>
          </a:prstGeom>
          <a:solidFill>
            <a:srgbClr val="CAD4E6">
              <a:alpha val="100000"/>
            </a:srgbClr>
          </a:solidFill>
          <a:ln w="3175" cap="rnd" cmpd="sng">
            <a:solidFill>
              <a:srgbClr val="CAD4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314538" y="5824728"/>
            <a:ext cx="126492" cy="146304"/>
          </a:xfrm>
          <a:prstGeom prst="rect">
            <a:avLst/>
          </a:prstGeom>
          <a:solidFill>
            <a:srgbClr val="C6D1E4">
              <a:alpha val="100000"/>
            </a:srgbClr>
          </a:solidFill>
          <a:ln w="3175" cap="rnd" cmpd="sng">
            <a:solidFill>
              <a:srgbClr val="C6D1E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436458" y="5824728"/>
            <a:ext cx="126492" cy="146304"/>
          </a:xfrm>
          <a:prstGeom prst="rect">
            <a:avLst/>
          </a:prstGeom>
          <a:solidFill>
            <a:srgbClr val="BECBE0">
              <a:alpha val="100000"/>
            </a:srgbClr>
          </a:solidFill>
          <a:ln w="3175" cap="rnd" cmpd="sng">
            <a:solidFill>
              <a:srgbClr val="BECB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58378" y="5824728"/>
            <a:ext cx="126492" cy="146304"/>
          </a:xfrm>
          <a:prstGeom prst="rect">
            <a:avLst/>
          </a:prstGeom>
          <a:solidFill>
            <a:srgbClr val="B6C4DC">
              <a:alpha val="100000"/>
            </a:srgbClr>
          </a:solidFill>
          <a:ln w="3175" cap="rnd" cmpd="sng">
            <a:solidFill>
              <a:srgbClr val="B6C4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680298" y="5824728"/>
            <a:ext cx="126492" cy="146304"/>
          </a:xfrm>
          <a:prstGeom prst="rect">
            <a:avLst/>
          </a:prstGeom>
          <a:solidFill>
            <a:srgbClr val="AEBDD8">
              <a:alpha val="100000"/>
            </a:srgbClr>
          </a:solidFill>
          <a:ln w="3175" cap="rnd" cmpd="sng">
            <a:solidFill>
              <a:srgbClr val="AEBD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8802218" y="5824728"/>
            <a:ext cx="126492" cy="146304"/>
          </a:xfrm>
          <a:prstGeom prst="rect">
            <a:avLst/>
          </a:prstGeom>
          <a:solidFill>
            <a:srgbClr val="AABAD6">
              <a:alpha val="100000"/>
            </a:srgbClr>
          </a:solidFill>
          <a:ln w="3175" cap="rnd" cmpd="sng">
            <a:solidFill>
              <a:srgbClr val="AABAD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8924138" y="5824728"/>
            <a:ext cx="126492" cy="146304"/>
          </a:xfrm>
          <a:prstGeom prst="rect">
            <a:avLst/>
          </a:prstGeom>
          <a:solidFill>
            <a:srgbClr val="A2B4D2">
              <a:alpha val="100000"/>
            </a:srgbClr>
          </a:solidFill>
          <a:ln w="3175" cap="rnd" cmpd="sng">
            <a:solidFill>
              <a:srgbClr val="A2B4D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046058" y="5824728"/>
            <a:ext cx="126492" cy="146304"/>
          </a:xfrm>
          <a:prstGeom prst="rect">
            <a:avLst/>
          </a:prstGeom>
          <a:solidFill>
            <a:srgbClr val="99ABCC">
              <a:alpha val="100000"/>
            </a:srgbClr>
          </a:solidFill>
          <a:ln w="3175" cap="rnd" cmpd="sng">
            <a:solidFill>
              <a:srgbClr val="99AB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167978" y="5824728"/>
            <a:ext cx="126492" cy="146304"/>
          </a:xfrm>
          <a:prstGeom prst="rect">
            <a:avLst/>
          </a:prstGeom>
          <a:solidFill>
            <a:srgbClr val="8EA1C4">
              <a:alpha val="100000"/>
            </a:srgbClr>
          </a:solidFill>
          <a:ln w="3175" cap="rnd" cmpd="sng">
            <a:solidFill>
              <a:srgbClr val="8EA1C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289898" y="5824728"/>
            <a:ext cx="126492" cy="146304"/>
          </a:xfrm>
          <a:prstGeom prst="rect">
            <a:avLst/>
          </a:prstGeom>
          <a:solidFill>
            <a:srgbClr val="889CBF">
              <a:alpha val="100000"/>
            </a:srgbClr>
          </a:solidFill>
          <a:ln w="3175" cap="rnd" cmpd="sng">
            <a:solidFill>
              <a:srgbClr val="889C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411818" y="5824728"/>
            <a:ext cx="126492" cy="146304"/>
          </a:xfrm>
          <a:prstGeom prst="rect">
            <a:avLst/>
          </a:prstGeom>
          <a:solidFill>
            <a:srgbClr val="7D92B7">
              <a:alpha val="100000"/>
            </a:srgbClr>
          </a:solidFill>
          <a:ln w="3175" cap="rnd" cmpd="sng">
            <a:solidFill>
              <a:srgbClr val="7D92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533738" y="5824728"/>
            <a:ext cx="126492" cy="146304"/>
          </a:xfrm>
          <a:prstGeom prst="rect">
            <a:avLst/>
          </a:prstGeom>
          <a:solidFill>
            <a:srgbClr val="7288AE">
              <a:alpha val="100000"/>
            </a:srgbClr>
          </a:solidFill>
          <a:ln w="3175" cap="rnd" cmpd="sng">
            <a:solidFill>
              <a:srgbClr val="7288A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655658" y="5824728"/>
            <a:ext cx="126492" cy="146304"/>
          </a:xfrm>
          <a:prstGeom prst="rect">
            <a:avLst/>
          </a:prstGeom>
          <a:solidFill>
            <a:srgbClr val="677EA6">
              <a:alpha val="100000"/>
            </a:srgbClr>
          </a:solidFill>
          <a:ln w="3175" cap="rnd" cmpd="sng">
            <a:solidFill>
              <a:srgbClr val="677EA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777578" y="5824728"/>
            <a:ext cx="126492" cy="146304"/>
          </a:xfrm>
          <a:prstGeom prst="rect">
            <a:avLst/>
          </a:prstGeom>
          <a:solidFill>
            <a:srgbClr val="6178A2">
              <a:alpha val="100000"/>
            </a:srgbClr>
          </a:solidFill>
          <a:ln w="3175" cap="rnd" cmpd="sng">
            <a:solidFill>
              <a:srgbClr val="6178A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99498" y="5824728"/>
            <a:ext cx="126492" cy="146304"/>
          </a:xfrm>
          <a:prstGeom prst="rect">
            <a:avLst/>
          </a:prstGeom>
          <a:solidFill>
            <a:srgbClr val="566E99">
              <a:alpha val="100000"/>
            </a:srgbClr>
          </a:solidFill>
          <a:ln w="3175" cap="rnd" cmpd="sng">
            <a:solidFill>
              <a:srgbClr val="566E9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0021418" y="5824728"/>
            <a:ext cx="126492" cy="14630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0143338" y="5824728"/>
            <a:ext cx="126492" cy="146304"/>
          </a:xfrm>
          <a:prstGeom prst="rect">
            <a:avLst/>
          </a:prstGeom>
          <a:solidFill>
            <a:srgbClr val="3F5A88">
              <a:alpha val="100000"/>
            </a:srgbClr>
          </a:solidFill>
          <a:ln w="3175" cap="rnd" cmpd="sng">
            <a:solidFill>
              <a:srgbClr val="3F5A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0265258" y="5824728"/>
            <a:ext cx="126492" cy="146304"/>
          </a:xfrm>
          <a:prstGeom prst="rect">
            <a:avLst/>
          </a:prstGeom>
          <a:solidFill>
            <a:srgbClr val="3A5584">
              <a:alpha val="100000"/>
            </a:srgbClr>
          </a:solidFill>
          <a:ln w="3175" cap="rnd" cmpd="sng">
            <a:solidFill>
              <a:srgbClr val="3A558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0387178" y="5824728"/>
            <a:ext cx="126492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0509098" y="5769864"/>
            <a:ext cx="6172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6094578" y="5824728"/>
            <a:ext cx="4848860" cy="1463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6094578" y="5641848"/>
            <a:ext cx="4848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13.47 x 0.41 cm</a:t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225796" y="2194560"/>
            <a:ext cx="6586423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5225796" y="2011680"/>
            <a:ext cx="6586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18.30 x 9.58 cm</a:t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22676" y="2479548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22676" y="2845308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404616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22676" y="3689604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055364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1467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22676" y="4899660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5265420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48356" y="587044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52290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52290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2194560"/>
            <a:ext cx="558058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22676" y="201168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sobre riel al 100%, 15.50 x 10.08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4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4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6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8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0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2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767838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767838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796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53796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7863840" cy="4526280"/>
            <a:chOff x="288036" y="1508760"/>
            <a:chExt cx="7863840" cy="4526280"/>
          </a:xfrm>
        </p:grpSpPr>
        <p:sp>
          <p:nvSpPr>
            <p:cNvPr id="4" name="rc3"/>
            <p:cNvSpPr/>
            <p:nvPr/>
          </p:nvSpPr>
          <p:spPr>
            <a:xfrm>
              <a:off x="1064125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102082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682873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796387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785940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762192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806407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823662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894585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855645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888582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960512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082941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3131788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3241423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3309151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3410908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3429083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3447474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3412767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480050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3542632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3497980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3533173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3394596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3284019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3308869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3376996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3378834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290655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3162674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3389489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485761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500949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3615857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589377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3584604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3646726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3694743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723745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3766512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3816091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3728676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3754010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722296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3834065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3801776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3857012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3921208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3754006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3846258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3939976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3970544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4077914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4135947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4089813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3999980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4271205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4272545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4349910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4387192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4423963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4454408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4442410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4432343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4454199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4432697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4565393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4598075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4576550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4625246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4645273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4668387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4681815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4838202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4761481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4655302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4694468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736113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786576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4759419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715621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798498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692450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663293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678714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618533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572729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613334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4573008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628622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650937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4583148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4660807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4685792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4586320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4568617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4598510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4627272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4649233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679161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851566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980483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4078147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4166710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027568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47248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3487890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350509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441663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441454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529354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347896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242633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2230049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328285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367533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403093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441454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2530507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2550205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704545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621226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574644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494081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446227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403683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322892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55792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426600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339788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287755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269063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290302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2421494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488104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2413683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487040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607950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2667895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2676007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2768027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2807539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2895885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2871136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2806341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746462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2695478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2475689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741649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1796294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1789204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1729355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1715125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1785979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1696686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1789816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1695882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1704602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1716024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1806788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1846562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784732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1717034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706227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752279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1810123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1847274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1849926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1784698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1674531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1697677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1776998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1850229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1849587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1849248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1758877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1737096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1712299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1775278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1900470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1851355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1776517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1746029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1711041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1736859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1776153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1846637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1754861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1753763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2700304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2737569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2643878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2765841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2751471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778898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834044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841652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838899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2779034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2921856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2942658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2964612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3040559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3018796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2941362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2880602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2901705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2933536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2862393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2789523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2746527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2689368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2609934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2584694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2462402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2596377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2659363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2693203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2704996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2768853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2802356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2829888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2876610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2851531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2882544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2999586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2860114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2800431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2720528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2713638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2642405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2688500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2660726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2620486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2596872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2542700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2502652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2551552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2457955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2559785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609799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679312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735866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92371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2870606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934126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953605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926610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3068865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932672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996192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940665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819126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899155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905651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912223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836960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878746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803515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753019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652011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692871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58447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13594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53551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518787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580337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652729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2699790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2773634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2752797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2788399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2836112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2910645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2839081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2828897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683404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636150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2565178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2533432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487450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365627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2470503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2497769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2436921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2374699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2297032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2339781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2398507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2359950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2484849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2585687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2540871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2629502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2653168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545506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489873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404151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2366912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2417551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2410223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2485715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2553286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2654643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2671943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2768014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751536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745586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2682519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2743103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688690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527537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567884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536145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469599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410711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417745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2477950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2557793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632413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720504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2835980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58461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2568576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2453639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521041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488479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52951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410904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02436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46272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461750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36095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52014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57519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859991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923012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991880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3022811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3000724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3105950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935867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3237041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3239455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2969989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3313765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3231253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2907402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3078536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3054887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917512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3004728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3000723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3161423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3297058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3340507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3307269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3218292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2882033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2998044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3139687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3062348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3055134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3015623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3039883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3100683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3123452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3171214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3218803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498824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631632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600707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692640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430733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3107797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3073695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3021963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3004417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3008958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3069829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3124730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864442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788811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904315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974684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958857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3292963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958392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3084982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3128744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3119426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3207672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3179069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3148077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3199855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3174661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3165101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3209267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3217265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3070466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3071666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3044746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3012159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976490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955450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936306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3003351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3097984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3065640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3031680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968055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897213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874826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866310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2851147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953413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3075889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3056926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962972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3026004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3023916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909342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842948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842936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909407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901949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3009383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3110303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3127485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3130224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3080751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3086094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3016516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3006461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905495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876786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827465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848967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916063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3034576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3083270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3065419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926550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2841508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844307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892016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2901646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3121423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1626842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1597937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1523274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1592046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1659670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1647450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1606467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1562540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1569990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1513520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1601744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1595348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1527583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1426388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1385122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1404575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1340588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1334659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1396104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1477439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1502923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1574349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1658753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1546619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1458890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1422858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1517727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1575821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1638092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1657299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1613964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1543929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1466133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1378531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1331509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1358644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1379686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1424247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1459779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1511808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1561357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1639479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1587988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1649543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1635465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1682336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1684864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1765701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1805857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1873938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1870163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1973131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1986753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029752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1995625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1940200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1901800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1907196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1882901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1865901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1801211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1688677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1729339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1719326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1680712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1606184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1580687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1637902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1669761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1711407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1790776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1873002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1925178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1985913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2012210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2076890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099642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1218474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1491903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1376745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1472296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1305815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2682824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214427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1674547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2314413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2814119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1218494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rc540"/>
            <p:cNvSpPr/>
            <p:nvPr/>
          </p:nvSpPr>
          <p:spPr>
            <a:xfrm>
              <a:off x="6028639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2" name="tx541"/>
            <p:cNvSpPr/>
            <p:nvPr/>
          </p:nvSpPr>
          <p:spPr>
            <a:xfrm>
              <a:off x="6106784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3" name="tx542"/>
            <p:cNvSpPr/>
            <p:nvPr/>
          </p:nvSpPr>
          <p:spPr>
            <a:xfrm>
              <a:off x="6106784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4" name="tx543"/>
            <p:cNvSpPr/>
            <p:nvPr/>
          </p:nvSpPr>
          <p:spPr>
            <a:xfrm>
              <a:off x="6106784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5" name="pg544"/>
            <p:cNvSpPr/>
            <p:nvPr/>
          </p:nvSpPr>
          <p:spPr>
            <a:xfrm>
              <a:off x="6090185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6090185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6090185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6090185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6090185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6090185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tx550"/>
            <p:cNvSpPr/>
            <p:nvPr/>
          </p:nvSpPr>
          <p:spPr>
            <a:xfrm>
              <a:off x="6267533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2" name="tx551"/>
            <p:cNvSpPr/>
            <p:nvPr/>
          </p:nvSpPr>
          <p:spPr>
            <a:xfrm>
              <a:off x="6267533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3" name="tx552"/>
            <p:cNvSpPr/>
            <p:nvPr/>
          </p:nvSpPr>
          <p:spPr>
            <a:xfrm>
              <a:off x="6267533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4" name="tx553"/>
            <p:cNvSpPr/>
            <p:nvPr/>
          </p:nvSpPr>
          <p:spPr>
            <a:xfrm>
              <a:off x="6267533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5" name="tx554"/>
            <p:cNvSpPr/>
            <p:nvPr/>
          </p:nvSpPr>
          <p:spPr>
            <a:xfrm>
              <a:off x="6267533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6" name="tx555"/>
            <p:cNvSpPr/>
            <p:nvPr/>
          </p:nvSpPr>
          <p:spPr>
            <a:xfrm>
              <a:off x="6267533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7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8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p_mapa_cobertura_territorial (dibujo del motor, contexto de prueba)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1" name=""/>
          <p:cNvSpPr>
            <a:spLocks noGrp="1"/>
          </p:cNvSpPr>
          <p:nvPr>
            </p:nvPr>
        </p:nvSpPr>
        <p:spPr>
          <a:xfrm>
            <a:off x="288036" y="1508760"/>
            <a:ext cx="7863840" cy="4526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2" name=""/>
          <p:cNvSpPr>
            <a:spLocks noGrp="1"/>
          </p:cNvSpPr>
          <p:nvPr>
            </p:nvPr>
        </p:nvSpPr>
        <p:spPr>
          <a:xfrm>
            <a:off x="288036" y="13258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mapa, 21.84 x 12.57 cm</a:t>
            </a:r>
          </a:p>
        </p:txBody>
      </p:sp>
      <p:sp>
        <p:nvSpPr>
          <p:cNvPr id="573" name=""/>
          <p:cNvSpPr>
            <a:spLocks noGrp="1"/>
          </p:cNvSpPr>
          <p:nvPr>
            </p:nvPr>
        </p:nvSpPr>
        <p:spPr>
          <a:xfrm>
            <a:off x="8595360" y="2331720"/>
            <a:ext cx="32918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4" name=""/>
          <p:cNvSpPr>
            <a:spLocks noGrp="1"/>
          </p:cNvSpPr>
          <p:nvPr>
            </p:nvPr>
        </p:nvSpPr>
        <p:spPr>
          <a:xfrm>
            <a:off x="8595360" y="2148840"/>
            <a:ext cx="3291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9.14 x 6.60 cm</a:t>
            </a:r>
          </a:p>
        </p:txBody>
      </p:sp>
      <p:sp>
        <p:nvSpPr>
          <p:cNvPr id="5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barras agrupadas por actor para una opción múltiple multibase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59836" y="1920240"/>
            <a:ext cx="713232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59836" y="1737360"/>
            <a:ext cx="7132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actor, 19.81 x 11.02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986274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986274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63154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82392" y="3200400"/>
            <a:ext cx="1980888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82392" y="3383280"/>
            <a:ext cx="19772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59622" y="3200400"/>
            <a:ext cx="1261895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59622" y="3383280"/>
            <a:ext cx="12582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97157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10036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33832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(filtro) + p_barras_apiladas (subpregunta, base propia declarada: H50)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22896" y="2971800"/>
            <a:ext cx="3594964" cy="1005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22896" y="2788920"/>
            <a:ext cx="35949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1.78 cm, 9.99 x 2.79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(dicotómica) + p_barras_agrupadas con orden del instrumento (orden_barras = «instrumento» u orden manual que manda: H51)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628736" y="2286000"/>
            <a:ext cx="265313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628736" y="210312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10.67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3836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3836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5188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5188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929638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9638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336038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336038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967738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967738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066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066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7386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05184" y="5239512"/>
            <a:ext cx="33543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51032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36960" y="5239512"/>
            <a:ext cx="1515083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36960" y="5257800"/>
            <a:ext cx="15114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448385" y="5239512"/>
            <a:ext cx="1736267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448385" y="5257800"/>
            <a:ext cx="1732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80995" y="5239512"/>
            <a:ext cx="368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628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75712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19394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108131" y="5166360"/>
            <a:ext cx="91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00884" y="2240280"/>
            <a:ext cx="2744572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00884" y="2057400"/>
            <a:ext cx="27445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7.62 x 9.91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20176" y="2057400"/>
            <a:ext cx="256169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720176" y="187452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5.49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31456" y="5029200"/>
            <a:ext cx="3686404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531456" y="4846320"/>
            <a:ext cx="36864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10.24 x 1.78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39996" y="2377440"/>
            <a:ext cx="590062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39996" y="2194560"/>
            <a:ext cx="5900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16.39 x 11.28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00200"/>
            <a:ext cx="116156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32.27 x 11.73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32804" y="2057400"/>
            <a:ext cx="4849063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32804" y="1874520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10.52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32804" y="5843016"/>
            <a:ext cx="4849063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32804" y="5660136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1.17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 en columnas con conteos (variable año × entidad)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508760"/>
            <a:ext cx="1106698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325880"/>
            <a:ext cx="110669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apiladas con conteos, 30.74 x 12.88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2761488"/>
            <a:ext cx="5486400" cy="13533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578608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3.76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32788" y="438912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420624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732788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732788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513838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2513838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982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85612" y="2404872"/>
            <a:ext cx="7083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85612" y="2374011"/>
            <a:ext cx="7046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0286" y="2404872"/>
            <a:ext cx="476020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90286" y="2374011"/>
            <a:ext cx="47565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830" y="2404872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830" y="2374011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6597" y="2404872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96597" y="2374011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92042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49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3216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656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37949" y="2946654"/>
            <a:ext cx="158917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37949" y="2915793"/>
            <a:ext cx="15855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3464" y="2946654"/>
            <a:ext cx="2998519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3464" y="2915793"/>
            <a:ext cx="29948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18325" y="2946654"/>
            <a:ext cx="167725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518325" y="2915793"/>
            <a:ext cx="1673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91924" y="2946654"/>
            <a:ext cx="202593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91924" y="2915793"/>
            <a:ext cx="20259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8335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93078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9853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08266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409444" y="2194560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9444" y="2011680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4018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4018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09444" y="4649724"/>
            <a:ext cx="94942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409444" y="4466844"/>
            <a:ext cx="94942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26.37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683350" y="58064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83350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5599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655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61781" y="2404872"/>
            <a:ext cx="150108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61781" y="2374011"/>
            <a:ext cx="14974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59211" y="2404872"/>
            <a:ext cx="458403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59211" y="2374011"/>
            <a:ext cx="4580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39587" y="2404872"/>
            <a:ext cx="220576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39587" y="2374011"/>
            <a:ext cx="2202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41691" y="2404872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12428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108131" y="2331720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73696" y="2946654"/>
            <a:ext cx="123683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73696" y="2915793"/>
            <a:ext cx="12331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906875" y="2946654"/>
            <a:ext cx="484828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906875" y="2915793"/>
            <a:ext cx="48446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1503" y="2946654"/>
            <a:ext cx="229384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1503" y="2915793"/>
            <a:ext cx="2290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41691" y="2946654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6084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89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2428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08131" y="2873502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44078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9614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49865" y="4860036"/>
            <a:ext cx="132492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9865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71127" y="4860036"/>
            <a:ext cx="38793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71127" y="4829175"/>
            <a:ext cx="38757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046830" y="4860036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46830" y="4829175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96597" y="4860036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96597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73696" y="5401818"/>
            <a:ext cx="106066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73696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30706" y="5401818"/>
            <a:ext cx="431978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30706" y="5370957"/>
            <a:ext cx="4316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46830" y="5401818"/>
            <a:ext cx="2117677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046830" y="5370957"/>
            <a:ext cx="21140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60849" y="5401818"/>
            <a:ext cx="105701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60849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6084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89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409444" y="2194560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09444" y="2011680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4018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4018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409444" y="4649724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409444" y="4466844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18968" y="5806440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118968" y="5623560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28088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28088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(indicador por brazo)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78118" y="5824728"/>
            <a:ext cx="2467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8118" y="5641848"/>
            <a:ext cx="2467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6.85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68596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68596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brazo, 15.24 x 9.65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11418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11418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85716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85716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22676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3796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3796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874520"/>
            <a:ext cx="11615623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6916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32.27 x 4.83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508760"/>
            <a:ext cx="1161562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32.27 x 8.38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737360"/>
            <a:ext cx="35670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55448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9.91 x 2.92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12310" y="1691640"/>
            <a:ext cx="3567074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2310" y="150876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9.91 x 3.30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477061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477061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6608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66608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250985" y="4069080"/>
            <a:ext cx="26526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250985" y="3886200"/>
            <a:ext cx="26526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7.37 x 2.92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32.27 x 12.88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10996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32.27 x 10.67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514600"/>
            <a:ext cx="3567074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28" name=""/>
          <p:cNvGrpSpPr/>
          <p:nvPr/>
        </p:nvGrpSpPr>
        <p:grpSpPr>
          <a:xfrm>
            <a:off x="8336585" y="2103120"/>
            <a:ext cx="3567074" cy="411480"/>
            <a:chOff x="8336585" y="2103120"/>
            <a:chExt cx="3567074" cy="411480"/>
          </a:xfrm>
        </p:grpSpPr>
        <p:sp>
          <p:nvSpPr>
            <p:cNvPr id="29" name="rc3"/>
            <p:cNvSpPr/>
            <p:nvPr/>
          </p:nvSpPr>
          <p:spPr>
            <a:xfrm>
              <a:off x="8336584" y="2103120"/>
              <a:ext cx="3567074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0" name="pg4"/>
            <p:cNvSpPr/>
            <p:nvPr/>
          </p:nvSpPr>
          <p:spPr>
            <a:xfrm>
              <a:off x="8336584" y="2103120"/>
              <a:ext cx="3567074" cy="411480"/>
            </a:xfrm>
            <a:custGeom>
              <a:avLst/>
              <a:pathLst>
                <a:path w="3567074" h="411480">
                  <a:moveTo>
                    <a:pt x="0" y="0"/>
                  </a:moveTo>
                  <a:lnTo>
                    <a:pt x="1248476" y="0"/>
                  </a:lnTo>
                  <a:lnTo>
                    <a:pt x="3567074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" name="pl5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6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7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8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9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10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11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2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32.27 x 12.88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gris azulado.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1508760"/>
            <a:ext cx="11615623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32.27 x 10.16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32.27 x 10.67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2026-10-07T20:15:22Z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