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-1371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-1371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-1371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-1371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-1371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-1371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703320" y="1783080"/>
            <a:ext cx="7863840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03320" y="160020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21.84 x 6.35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REDONDEAN LAS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redondear no es posible conservar a la vez el valor exacto de cada categoría y una suma de 100 %. El informe declara cuál de las dos conserva.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9008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97480" y="2880360"/>
            <a:ext cx="77896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771718" y="2880360"/>
            <a:ext cx="449088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74394" y="3035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17149" y="2880360"/>
            <a:ext cx="2973194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7149" y="3035808"/>
            <a:ext cx="2969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6686" y="2880360"/>
            <a:ext cx="3938294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6686" y="3035808"/>
            <a:ext cx="39346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1322" y="2880360"/>
            <a:ext cx="74238" cy="58521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113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41991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2954" y="2816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85832" y="2807208"/>
            <a:ext cx="7260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93224" y="2587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78440" y="297180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407408"/>
            <a:ext cx="21945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Reparto a 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97480" y="4297680"/>
            <a:ext cx="78638" cy="58521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772461" y="4297680"/>
            <a:ext cx="453542" cy="58521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7363" y="445312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22346" y="4297680"/>
            <a:ext cx="3002890" cy="58521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22346" y="4453128"/>
            <a:ext cx="2999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21578" y="4297680"/>
            <a:ext cx="3977640" cy="58521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1578" y="4453128"/>
            <a:ext cx="39739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9484" y="42336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442362" y="40050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8440" y="4389120"/>
            <a:ext cx="1508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Suma: 100%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86000" y="58247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8880" y="57607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09160" y="58247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92040" y="57607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60592" y="58247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3472" y="57607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74280" y="58247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57160" y="57607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59696" y="58247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42576" y="57607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86000" y="57607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86000" y="55778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697480" y="3246120"/>
            <a:ext cx="7498080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697480" y="3063240"/>
            <a:ext cx="74980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1, 10, 72, 94 y 1 casos de 178, 20.83 x 4.57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6649" y="44805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36649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719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548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014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930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371948" y="5916168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371948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93284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93284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284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3284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88137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425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0453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741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597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885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965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5253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5507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3795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81378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81378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538478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538478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813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642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045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74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8559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88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696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525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3550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5379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813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8813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3847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721358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61638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44518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307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95950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2675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9638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12174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95054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38478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538478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53847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1358" y="5220337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61638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44518" y="5220337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3070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95950" y="5220337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26758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9638" y="5220337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2174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195054" y="5220337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538478" y="5220337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538478" y="5037457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3847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721358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961638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44518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307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95950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2675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09638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12174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5054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538478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21358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4451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307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95950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2675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09638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12174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95054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538478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2001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01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1155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1155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6371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371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98080" y="1673352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96184"/>
            <a:ext cx="21031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31720" y="26791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23360" y="2587752"/>
            <a:ext cx="768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96512" y="2587752"/>
            <a:ext cx="1137514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96512" y="2679192"/>
            <a:ext cx="1133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30368" y="2587752"/>
            <a:ext cx="161300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30368" y="2679192"/>
            <a:ext cx="1609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2587752"/>
            <a:ext cx="84124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39712" y="2679192"/>
            <a:ext cx="841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054450" y="25237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67328" y="22951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98080" y="26700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31720" y="4032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23360" y="3941064"/>
            <a:ext cx="11449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34196" y="3941064"/>
            <a:ext cx="22533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55869" y="3941064"/>
            <a:ext cx="1666203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5869" y="4032504"/>
            <a:ext cx="16625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18415" y="3941064"/>
            <a:ext cx="1185912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018415" y="4032504"/>
            <a:ext cx="11822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669" y="3941064"/>
            <a:ext cx="480291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20775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73292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86170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39546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245033" y="3867912"/>
            <a:ext cx="25436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0679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98080" y="4023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438" y="51297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58318" y="50657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498598" y="51297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81478" y="50657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50030" y="51297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32910" y="50657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63718" y="51297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46598" y="50657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49134" y="51297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32014" y="50657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15400" y="1691640"/>
            <a:ext cx="36576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023360" y="2084832"/>
            <a:ext cx="3657600" cy="2706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23360" y="1901952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10.16 x 7.52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38" y="50657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5438" y="48828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0" y="1645920"/>
            <a:ext cx="274320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98280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7.62 x 9.14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4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42316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259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65476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34028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6908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7716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0596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33132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716012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9436" y="58521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9436" y="56692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4552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4552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-32004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50876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39115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942588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25468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56276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439156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441692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624572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-32004" y="592531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-32004" y="574243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06598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659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35328" y="32918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935328" y="31089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30444" y="6099048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30444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43009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25889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43009" y="5221224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43009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7576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58642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75762" y="54864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27576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48712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1592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2841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11296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48712" y="55778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48712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35328" y="60716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35328" y="58887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7278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55668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44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237324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72788" y="5916168"/>
            <a:ext cx="34290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472788" y="5733288"/>
            <a:ext cx="3429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9.53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6610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8988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835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6436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366108" y="5916168"/>
            <a:ext cx="38252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366108" y="5733288"/>
            <a:ext cx="3825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10.63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9365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7361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0471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8467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1577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9573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2683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0679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5378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178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9051" y="2608783"/>
            <a:ext cx="108663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79323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65959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321991" y="223570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94107" y="27294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72460" y="3459175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06050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62732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77516" y="3086100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062082" y="35798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3566" y="4309567"/>
            <a:ext cx="543318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7156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43838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58622" y="3936492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3188" y="44302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70157" y="5159959"/>
            <a:ext cx="126774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2817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0429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5213" y="4786884"/>
            <a:ext cx="548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528066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8439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67276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2078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03668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905530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90553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25.15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84396" y="5870448"/>
            <a:ext cx="52517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84396" y="5687568"/>
            <a:ext cx="52517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14.59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0644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8640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6160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65685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3681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5320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120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156689" y="2459736"/>
            <a:ext cx="187520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37817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1302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31895" y="3026664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302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63105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56853" y="3593592"/>
            <a:ext cx="375041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3798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1302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31730" y="4160520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162940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12858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81812" y="4727448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302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162940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31730" y="5294376"/>
            <a:ext cx="750082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62940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12858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8602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6890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3745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20332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031236" y="2194560"/>
            <a:ext cx="750082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31236" y="2011680"/>
            <a:ext cx="7500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20.84 x 9.45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186020" y="5870448"/>
            <a:ext cx="31912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86020" y="5687568"/>
            <a:ext cx="31912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8.86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5285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1145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376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664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7670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5958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52857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52857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767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5965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2820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1108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9663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79512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376776" y="5870448"/>
            <a:ext cx="490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376776" y="5687568"/>
            <a:ext cx="490118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13.61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939796" y="2286000"/>
            <a:ext cx="8963863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24.90 x 7.62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5225796" y="1874520"/>
            <a:ext cx="6586423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5225796" y="169164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18.30 x 9.96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2493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781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561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849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2057400"/>
            <a:ext cx="7958023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22676" y="18745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22.11 x 9.83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24932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24932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65176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3464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8244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53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651760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760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28803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28803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23616"/>
            <a:ext cx="269748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92608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269748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11268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11268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76682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4970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0126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18414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3570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18582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739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56782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8383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6671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766822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66822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846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99872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52577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08654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3570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858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939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3227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480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768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846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15846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9321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7609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80314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986022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307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9595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82675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0963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4574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40318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093214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093214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89988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721358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2765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10534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99838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82718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113526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96406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74420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927086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538478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538478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2608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2608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269748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5531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38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5016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7896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47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76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55312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5531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53847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21358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61638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44518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3070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95950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26758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09638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12174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5054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538478" y="43891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42062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3847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21358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961638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44518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307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95950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2675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9638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12174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95054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538478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538478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72462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55342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44518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3382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1670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74751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3039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3781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6107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172462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172462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27724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0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89708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89708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7724" y="58064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7724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68970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2588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78884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61764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951068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33948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64756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7636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89543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78316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689708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689708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689708" y="58064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689708" y="56235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2697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2608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92608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2608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7246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55342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4088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23766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9231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75198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06006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88886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53668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19566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72462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72462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93536" y="5824728"/>
            <a:ext cx="2636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93536" y="5641848"/>
            <a:ext cx="2636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7.32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85688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85688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1551650" y="4099743"/>
              <a:ext cx="7049065" cy="666882"/>
            </a:xfrm>
            <a:custGeom>
              <a:avLst/>
              <a:pathLst>
                <a:path w="7049065" h="666882">
                  <a:moveTo>
                    <a:pt x="0" y="0"/>
                  </a:moveTo>
                  <a:lnTo>
                    <a:pt x="2349688" y="333441"/>
                  </a:lnTo>
                  <a:lnTo>
                    <a:pt x="4699376" y="666882"/>
                  </a:lnTo>
                  <a:lnTo>
                    <a:pt x="7049065" y="500162"/>
                  </a:lnTo>
                </a:path>
              </a:pathLst>
            </a:custGeom>
            <a:ln w="3794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551650" y="2515896"/>
              <a:ext cx="7049065" cy="666882"/>
            </a:xfrm>
            <a:custGeom>
              <a:avLst/>
              <a:pathLst>
                <a:path w="7049065" h="666882">
                  <a:moveTo>
                    <a:pt x="0" y="666882"/>
                  </a:moveTo>
                  <a:lnTo>
                    <a:pt x="2349688" y="333441"/>
                  </a:lnTo>
                  <a:lnTo>
                    <a:pt x="4699376" y="0"/>
                  </a:lnTo>
                  <a:lnTo>
                    <a:pt x="7049065" y="166720"/>
                  </a:lnTo>
                </a:path>
              </a:pathLst>
            </a:custGeom>
            <a:ln w="3794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t5"/>
            <p:cNvSpPr/>
            <p:nvPr/>
          </p:nvSpPr>
          <p:spPr>
            <a:xfrm>
              <a:off x="1506498" y="4054591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3856186" y="4388032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6205875" y="4721474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8555563" y="4554753"/>
              <a:ext cx="90303" cy="90303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506498" y="3137627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3856186" y="2804186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205875" y="2470744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8555563" y="2637465"/>
              <a:ext cx="90303" cy="90303"/>
            </a:xfrm>
            <a:prstGeom prst="ellipse">
              <a:avLst/>
            </a:prstGeom>
            <a:solidFill>
              <a:srgbClr val="9DC3E6">
                <a:alpha val="100000"/>
              </a:srgbClr>
            </a:solidFill>
            <a:ln w="9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tx13"/>
            <p:cNvSpPr/>
            <p:nvPr/>
          </p:nvSpPr>
          <p:spPr>
            <a:xfrm>
              <a:off x="1399138" y="387531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3748827" y="42087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6098515" y="45421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448203" y="43754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399138" y="295834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748827" y="26249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6098515" y="229146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8448203" y="245818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8882678" y="4508245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8882678" y="2590957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131315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3681218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5851860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8201549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una línea de tiempo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en una línea de tiempo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DE TIEMPO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Marzo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220505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220505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41293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41293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62082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Junio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2082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982871" y="1508760"/>
            <a:ext cx="19207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Julio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982871" y="1828800"/>
            <a:ext cx="7315" cy="32461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1965960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del instrumento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99716" y="2011680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32888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20505" y="2578608"/>
            <a:ext cx="96039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99816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80899" y="3145536"/>
            <a:ext cx="288118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66744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 y procesamiento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77924" y="3712464"/>
            <a:ext cx="192078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33672"/>
            <a:ext cx="1920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final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14555" y="4279392"/>
            <a:ext cx="230494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71171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6649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Inicio de campo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52354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47682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cerrada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409773" y="4937760"/>
            <a:ext cx="219456" cy="219456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4859" y="5184648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y terminan en la fecha real. La fase en curso va en azul oscuro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línea de tiempo del estudio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508760"/>
            <a:ext cx="11615623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cronograma: meses arriba, fases a la izquierda, hitos abajo, 32.27 x 11.18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2026-10-07T19:31:01Z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