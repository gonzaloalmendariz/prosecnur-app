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235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7218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837944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31495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62356" y="233324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260092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625852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102864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356" y="3121152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3048000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413760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890772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2356" y="3909060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835908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4201668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78680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4696968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623816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989576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46658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356" y="548487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541172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777484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66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66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650474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488" y="1663111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2307946"/>
            <a:ext cx="6504749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2488" y="2326234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2488" y="4743176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9336" y="4960437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488" y="4978725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81145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81145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92625" y="14630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81145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1145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92625" y="210312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81145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81145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92625" y="274320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81145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81145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92625" y="338328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81145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81145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2625" y="402336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0.8 cm de margen a cada lado y 1.3 cm entre dos gráficos.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81145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81145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92625" y="46634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48956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850124" y="1783080"/>
            <a:ext cx="4053535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489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489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60436" y="4023360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48956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8956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60436" y="4462272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5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895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60436" y="4901184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8956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8956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60436" y="5340096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48956" y="1783080"/>
            <a:ext cx="4254703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8956" y="1600200"/>
            <a:ext cx="4254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11.82 x 5.59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48956" y="1783080"/>
            <a:ext cx="4254703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648956" y="1600200"/>
            <a:ext cx="4254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texto: 4.5 in de ancho, 14 pt, 11.82 x 5.59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207928"/>
                <a:gridCol w="4703847"/>
                <a:gridCol w="4703847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línea sobre la imagen: «Gráfico N°5: pregunta»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5824728"/>
            <a:ext cx="1170706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diferencias entre el gráfico en PPT y en Word (reporte_ppt_plan frente a reporte_word_plan)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37160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PPT y Word, 32.27 x 10.67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495919"/>
                <a:gridCol w="4559852"/>
                <a:gridCol w="4559852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elementos, 32.27 x 10.67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042253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0916" y="2876327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710401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4544475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5166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166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52160" y="147218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81928" y="148132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36792" y="147218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81051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180136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81928" y="181051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36792" y="180136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13969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52160" y="213055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81928" y="213969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36792" y="213055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468880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52160" y="2459736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1928" y="2468880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36792" y="2459736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798064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2788920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81928" y="2798064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6792" y="2788920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12724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311810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81928" y="312724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36792" y="311810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45643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52160" y="344728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81928" y="345643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6792" y="344728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378561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52160" y="377647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378561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6792" y="377647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4114800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52160" y="4105656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81928" y="4114800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36792" y="4105656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4443984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4434840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81928" y="4443984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36792" y="4434840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477316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52160" y="476402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81928" y="477316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36792" y="476402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510235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52160" y="509320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81928" y="510235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36792" y="509320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543153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52160" y="542239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81928" y="543153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336792" y="542239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1481328"/>
            <a:ext cx="5742432" cy="42793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11.89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243316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18320" y="201168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 1,506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482596" y="2706624"/>
            <a:ext cx="285979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33833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18320" y="2670048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 de 1,210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3364992"/>
            <a:ext cx="19633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7402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3328416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 de 175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82596" y="4023360"/>
            <a:ext cx="5590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33099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418320" y="3986784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 de 14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681728"/>
            <a:ext cx="105829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32326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418320" y="4645152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 de 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482596" y="5340096"/>
            <a:ext cx="62505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99088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18320" y="530352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 de 40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(conteos de participación por actor)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82596" y="2011680"/>
            <a:ext cx="566928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82596" y="182880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participación, escala raíz, 15.75 x 10.97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86000" y="57607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86000" y="55778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97480" y="3246120"/>
            <a:ext cx="7498080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97480" y="3063240"/>
            <a:ext cx="74980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1, 10, 72, 94 y 1 casos de 178, 20.83 x 4.57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3548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377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16636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6636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71116" y="3898392"/>
            <a:ext cx="167788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35246" y="3898392"/>
            <a:ext cx="85723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17311" y="3898392"/>
            <a:ext cx="3368326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17311" y="4090416"/>
            <a:ext cx="33646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81980" y="3898392"/>
            <a:ext cx="4353107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81980" y="4090416"/>
            <a:ext cx="434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31430" y="3898392"/>
            <a:ext cx="16413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47695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57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7079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76279" y="3825240"/>
            <a:ext cx="29752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8119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8009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766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281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5569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597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7885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741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3029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109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97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4651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2939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71116" y="3898392"/>
            <a:ext cx="812444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1116" y="3715512"/>
            <a:ext cx="8124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22.57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7281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7281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091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830068"/>
            <a:ext cx="405536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49852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337560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337560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250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996184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4117848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95216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751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95216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751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95216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7512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95216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751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83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874520"/>
            <a:ext cx="5486400" cy="3127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6916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8.69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37560" y="527608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09320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470916" y="1828800"/>
            <a:ext cx="5852160" cy="4023360"/>
            <a:chOff x="47091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58064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08023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76348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44672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12996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007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38337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5666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37359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412019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35997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47305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59975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35997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405684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35997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34635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47305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50030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35997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21964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40970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67287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91743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91743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307095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104684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2125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584635" y="349397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59377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74301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75215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90139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91053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405977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406891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091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091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819656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2356" y="3441192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5062728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2356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6751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6751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63296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63296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62821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45701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62821" y="5221224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62821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949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949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3.41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73148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73148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609340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609340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145532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145532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767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767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2.84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122672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22672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2.46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5574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95574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36237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36237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54322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54322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905530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90553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25.15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69308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69308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031236" y="2194560"/>
            <a:ext cx="750082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31236" y="2011680"/>
            <a:ext cx="7500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20.84 x 9.45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85080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85080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425196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2981599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657643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333686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009730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398477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268895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39312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305195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046030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61456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91038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981238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231873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61456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34777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102291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6665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860547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860547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20848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395261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98203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507347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60925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70069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823646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832790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986368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995512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21028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21028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5366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5366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408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408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40914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40914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32.27 x 12.88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7863840" cy="4526280"/>
            <a:chOff x="56235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33844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7640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95719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307070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06026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303651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08072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309798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316890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312996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316290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323483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35726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40610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51574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58347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68522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70340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72179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68708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75437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81695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77230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80749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66891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55833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58318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65131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65315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56497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43699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66380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76008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77526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89017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86369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85892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92104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96906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99806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404083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409041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400299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402833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99661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410838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407609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413133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419552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402832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412057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421429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424486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35223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41026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36413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427430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54552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54686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62423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66151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69828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72872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71673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70666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72851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70701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83971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87239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85087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89956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91959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94270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95613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511252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503580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92962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96878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01043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06089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03373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8994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507281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96677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93761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95303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89285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84704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88765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84732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90294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92525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85746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93512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96011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86064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84293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87283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90159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92355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95348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412588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425480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35246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44103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30188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32156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76221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62482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71598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71577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80367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62221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51695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50436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60260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64185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67741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71577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80482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82452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7886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9554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4896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76840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2054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67800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59721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63011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70092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61410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6207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4338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56462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69581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76242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68800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76136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8227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94221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95032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04234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08185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7020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14545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66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02078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96979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75000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01596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07061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06352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00367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98944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06029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97100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06413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97020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97892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99034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08110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12088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05905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99135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8054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02659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08444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12159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12424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05901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94885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97199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05131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12454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12390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212356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203319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201141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98661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204959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17479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12567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05083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02034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98536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01117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05047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12095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02918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02808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97462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1188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91819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04016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302579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305321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310836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311597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311321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305335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319617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321697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323893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31487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29311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321568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315492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317602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320785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313671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306384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302084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96368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88425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85901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73672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87069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93368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96752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97931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4317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307667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310420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315093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312585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315686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27390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313443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307475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99484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98795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91672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96282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93504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89480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87119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81702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77697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82587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73227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83410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88411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95363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301018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306669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4492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320844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322792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320093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34318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320699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327051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21498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09344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317347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317997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318654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311128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315306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307783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302733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92633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96719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93276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88791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82787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79310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85465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92704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97411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04795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02711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06271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11043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18496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11340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10321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95772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91047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83949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80775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76177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63994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74482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77208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71124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64901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57135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61410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67282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63427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75916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86000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81519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90382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92748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81982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76419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67847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64123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69187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68454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76003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82760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92896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94626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304233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302585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301990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95683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301742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96301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80185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84220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81046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74391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68503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69206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75227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83211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90673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99482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311030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303278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84289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72795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79536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76279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72727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68522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67675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72059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73607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81041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92633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303183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313431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319733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326620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29713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27504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38027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321018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51136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51377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324430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58808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50557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318172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35285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32920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319183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27904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27504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43574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57137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61482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58158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49261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315635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327236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41400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33666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32945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28994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31420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37500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39777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44553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49312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77314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90595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87502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96696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70505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38211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34801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29628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27873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28327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34414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39905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313876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306313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317863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324900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323317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56728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323271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35930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40306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39374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48199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45338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42239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47417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44898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43942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48358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49158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34478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34598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31906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28647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325081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322977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321062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27767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37230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33996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30600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324237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317153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314914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314063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312546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322773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35020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33124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323729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30032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29823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318366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311726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311725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318372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317626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28370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38462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40180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40454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35507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36041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29083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28078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317981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315110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310178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312328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319038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30889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35759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33973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320087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11582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311862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316633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17596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39574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90116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87225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79759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86636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93399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92177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88078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83686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84431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78784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87606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86966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80190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70070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65944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67889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61490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60897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67042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75175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77724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84866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93307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82093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73321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69717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79204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85014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91241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93161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88828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81824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74045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65285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60582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63296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65400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69856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73409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78612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83567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91379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86230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92386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90978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95665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95918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04002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08017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14825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14448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24745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26107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30407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26994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21452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17612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18151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15722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14022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07553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96299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00365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99364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95503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88050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85500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91222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94408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98572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206509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214732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219949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226023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28653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35121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37396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49279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76622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65106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74661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58013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95714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48874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94886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58873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08843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49281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30295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38110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38110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38110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36450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36450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36450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36450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36450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36450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54185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54185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54185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54185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54185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54185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56235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56235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43193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916" y="2777267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" y="3611341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4445415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5904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65904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614928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14928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92296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892296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88734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88734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661404" y="2121408"/>
            <a:ext cx="42782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76187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61404" y="2542032"/>
            <a:ext cx="398315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8113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61404" y="2962656"/>
            <a:ext cx="383563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3361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61404" y="3383280"/>
            <a:ext cx="309801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95992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661404" y="3803904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0846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1404" y="4224528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10846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66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1404" y="4645152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0846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1404" y="5065776"/>
            <a:ext cx="191781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1579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661404" y="5486400"/>
            <a:ext cx="132771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2569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61404" y="5907024"/>
            <a:ext cx="59009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88077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61404" y="2057400"/>
            <a:ext cx="46204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61404" y="1874520"/>
            <a:ext cx="4620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12.83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61404" y="5843016"/>
            <a:ext cx="46204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61404" y="5660136"/>
            <a:ext cx="4620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12.83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11066983" cy="4636008"/>
            <a:chOff x="56235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109481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9481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09481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09481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63773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63773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63773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3773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63773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18064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418064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8064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418064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418064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418064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18064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72356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72356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72356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72356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72356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72356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72356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26647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26647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726647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726647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726647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726647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51884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51884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51884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51884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306176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306176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306176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06176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06176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0467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60467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60467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60467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60467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60467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60467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614759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614759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14759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614759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614759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614759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614759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69050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69050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69050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69050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69050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69050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38817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93109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47400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601692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55983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87286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87286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87286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87286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87286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87286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87286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915291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915291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915291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915291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915291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15291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915291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235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235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798064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37560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20440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60720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43600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312152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95032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25840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8720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11256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94136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56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30042"/>
            <a:ext cx="4055364" cy="14782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504590"/>
            <a:ext cx="332842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868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504590"/>
            <a:ext cx="13203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8688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504590"/>
            <a:ext cx="258226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8688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504590"/>
            <a:ext cx="110093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8688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504590"/>
            <a:ext cx="16459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4058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3143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21198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777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3666086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141574"/>
            <a:ext cx="11338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141574"/>
            <a:ext cx="60716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22387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141574"/>
            <a:ext cx="3021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22387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141574"/>
            <a:ext cx="170444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22387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141574"/>
            <a:ext cx="54864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6842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21472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37560" y="528457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0440" y="522056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0720" y="528457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522056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152" y="528457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5032" y="522056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5840" y="528457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8720" y="522056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1256" y="528457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94136" y="522056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1930042"/>
            <a:ext cx="5486400" cy="3016205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747162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337560" y="522056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337560" y="503768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971544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971544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17616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64835" y="2404872"/>
            <a:ext cx="69370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4835" y="2374011"/>
            <a:ext cx="690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54878" y="2404872"/>
            <a:ext cx="466144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54878" y="2374011"/>
            <a:ext cx="4657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12667" y="2404872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12667" y="2374011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924029" y="2404872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924029" y="2374011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7309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85971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2324" y="2946654"/>
            <a:ext cx="52119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31050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9856" y="2946654"/>
            <a:ext cx="155625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09856" y="2915793"/>
            <a:ext cx="155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62452" y="2946654"/>
            <a:ext cx="29363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62452" y="2915793"/>
            <a:ext cx="29326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95134" y="2946654"/>
            <a:ext cx="164250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95134" y="2915793"/>
            <a:ext cx="1638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33986" y="2946654"/>
            <a:ext cx="19838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33986" y="2915793"/>
            <a:ext cx="19838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92324" y="4768596"/>
            <a:ext cx="596291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92324" y="4738878"/>
            <a:ext cx="5959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551579" y="4768596"/>
            <a:ext cx="335208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551579" y="4738878"/>
            <a:ext cx="3352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5129784"/>
            <a:ext cx="661470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92324" y="5100066"/>
            <a:ext cx="6611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203372" y="5129784"/>
            <a:ext cx="270028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203372" y="5100066"/>
            <a:ext cx="2700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091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92324" y="5490972"/>
            <a:ext cx="819763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92324" y="5461254"/>
            <a:ext cx="81939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86299" y="5490972"/>
            <a:ext cx="1117360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6299" y="5461254"/>
            <a:ext cx="1117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4753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30416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92324" y="2194560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2324" y="2011680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061183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061183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92324" y="4649724"/>
            <a:ext cx="93113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92324" y="4466844"/>
            <a:ext cx="93113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25.86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47536" y="580644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4753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34867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447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7345" y="2404872"/>
            <a:ext cx="14699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37345" y="2374011"/>
            <a:ext cx="14663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03686" y="2404872"/>
            <a:ext cx="448893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3686" y="2374011"/>
            <a:ext cx="44852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8965" y="2404872"/>
            <a:ext cx="21600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88965" y="2374011"/>
            <a:ext cx="2156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5348" y="2404872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611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92324" y="2946654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51090" y="2946654"/>
            <a:ext cx="12112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51090" y="2915793"/>
            <a:ext cx="1207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8665" y="2946654"/>
            <a:ext cx="47477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58665" y="2915793"/>
            <a:ext cx="47440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02709" y="2946654"/>
            <a:ext cx="224629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709" y="2915793"/>
            <a:ext cx="22426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5348" y="2946654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6221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29099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611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4860036"/>
            <a:ext cx="4349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8792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023601" y="4860036"/>
            <a:ext cx="12974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23601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17431" y="4860036"/>
            <a:ext cx="379889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17431" y="4829175"/>
            <a:ext cx="37952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12667" y="4860036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12667" y="4829175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924029" y="4860036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4029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091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592324" y="5401818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51090" y="5401818"/>
            <a:ext cx="103872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51090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886154" y="5401818"/>
            <a:ext cx="423017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86154" y="5370957"/>
            <a:ext cx="4226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2667" y="5401818"/>
            <a:ext cx="207378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2667" y="5370957"/>
            <a:ext cx="20701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2795" y="5401818"/>
            <a:ext cx="103506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2795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16221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29099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061183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44063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91863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74743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45175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28055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9803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2683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1799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34679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592324" y="2194560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2324" y="2011680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061183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061183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92324" y="4649724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92324" y="4466844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061183" y="58064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061183" y="56235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70916" y="2011680"/>
            <a:ext cx="8229600" cy="3931920"/>
            <a:chOff x="47091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72831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5067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7303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89539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61775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34011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06247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78483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0719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22955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95190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869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57696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25341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97577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69813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42049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18876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1112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63348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35584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807820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92801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65036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37272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09508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81744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53980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26216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98452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70688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38333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94067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91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71544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71544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508760"/>
            <a:ext cx="11615623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32.27 x 11.18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2026-10-07T14:45:46Z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