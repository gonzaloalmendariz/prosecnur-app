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235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6235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6235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35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235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235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235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235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35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6235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6235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6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66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650474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22488" y="1663111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2307946"/>
            <a:ext cx="6504749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2488" y="2326234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2488" y="4743176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9336" y="4960437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488" y="4978725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81145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81145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92625" y="14630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81145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1145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92625" y="210312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81145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81145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92625" y="274320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81145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81145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92625" y="338328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81145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81145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2625" y="402336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0.8 cm de margen a cada lado y 1.3 cm entre dos gráficos.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81145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81145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92625" y="46634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48956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850124" y="1783080"/>
            <a:ext cx="4053535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6489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489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60436" y="4023360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48956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8956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60436" y="4462272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5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895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60436" y="4901184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8956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8956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60436" y="5340096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48956" y="1783080"/>
            <a:ext cx="4254703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8956" y="1600200"/>
            <a:ext cx="4254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11.82 x 5.59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48956" y="1783080"/>
            <a:ext cx="4254703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648956" y="1600200"/>
            <a:ext cx="4254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texto: 4.5 in de ancho, 14 pt, 11.82 x 5.59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207928"/>
                <a:gridCol w="4703847"/>
                <a:gridCol w="4703847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línea sobre la imagen: «Gráfico N°5: pregunta»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5824728"/>
            <a:ext cx="1170706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diferencias entre el gráfico en PPT y en Word (reporte_ppt_plan frente a reporte_word_plan)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37160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PPT y Word, 32.27 x 10.67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495919"/>
                <a:gridCol w="4559852"/>
                <a:gridCol w="4559852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elementos, 32.27 x 10.67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042253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0916" y="2876327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3710401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916" y="4544475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703320" y="1783080"/>
            <a:ext cx="7863840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03320" y="160020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21.84 x 6.35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5166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166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49499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49499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84919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186286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84919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186286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21706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23073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21706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23073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58493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259860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58493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259860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295280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296647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295280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296647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32067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333434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332067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333434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97880" y="368854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61304" y="370221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91656" y="368854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46520" y="370221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405641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61304" y="407008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1656" y="405641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6520" y="407008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97880" y="442428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61304" y="443795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91656" y="442428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6520" y="443795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97880" y="479215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61304" y="480582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91656" y="479215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46520" y="480582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5160030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1304" y="517369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91656" y="5160030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6520" y="517369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0" y="5527900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861304" y="554156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1656" y="5527900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46520" y="554156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97880" y="5895770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61304" y="5909437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91656" y="5895770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446520" y="5909437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897880" y="1481328"/>
            <a:ext cx="5742432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897880" y="1298448"/>
            <a:ext cx="5742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entradas, 15.95 x 13.21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243316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18320" y="201168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 1,506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482596" y="2706624"/>
            <a:ext cx="285979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33833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18320" y="2670048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 de 1,210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62356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3364992"/>
            <a:ext cx="19633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7402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3328416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 de 175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2356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82596" y="4023360"/>
            <a:ext cx="5590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33099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418320" y="3986784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 de 14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2356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681728"/>
            <a:ext cx="105829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32326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418320" y="4645152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 de 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482596" y="5340096"/>
            <a:ext cx="62505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99088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18320" y="530352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 de 40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(conteos de participación por actor)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82596" y="2011680"/>
            <a:ext cx="566928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82596" y="182880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participación, escala raíz, 15.75 x 10.97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16636" y="299008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97480" y="2880360"/>
            <a:ext cx="77896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771718" y="2880360"/>
            <a:ext cx="449088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74394" y="3035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17149" y="2880360"/>
            <a:ext cx="2973194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7149" y="3035808"/>
            <a:ext cx="2969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6686" y="2880360"/>
            <a:ext cx="3938294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6686" y="3035808"/>
            <a:ext cx="39346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1322" y="2880360"/>
            <a:ext cx="74238" cy="58521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113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441991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2954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85832" y="2807208"/>
            <a:ext cx="7260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93224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78440" y="297180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0740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97480" y="4297680"/>
            <a:ext cx="78638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772461" y="4297680"/>
            <a:ext cx="453542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7363" y="44531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22346" y="4297680"/>
            <a:ext cx="3002890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22346" y="4453128"/>
            <a:ext cx="2999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21578" y="4297680"/>
            <a:ext cx="3977640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1578" y="4453128"/>
            <a:ext cx="39739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9484" y="42336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442362" y="40050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8440" y="438912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86000" y="58247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8880" y="57607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0" y="58247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92040" y="57607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60592" y="58247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3472" y="57607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74280" y="58247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57160" y="57607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59696" y="58247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42576" y="57607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86000" y="57607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86000" y="55778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697480" y="3246120"/>
            <a:ext cx="7498080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697480" y="3063240"/>
            <a:ext cx="74980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1, 10, 72, 94 y 1 casos de 178, 20.83 x 4.57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6649" y="44805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6649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354836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377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16636" y="1463040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6636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71116" y="3898392"/>
            <a:ext cx="167788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35246" y="3898392"/>
            <a:ext cx="85723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17311" y="3898392"/>
            <a:ext cx="3368326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17311" y="4090416"/>
            <a:ext cx="33646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81980" y="3898392"/>
            <a:ext cx="4353107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81980" y="4090416"/>
            <a:ext cx="434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31430" y="3898392"/>
            <a:ext cx="16413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147695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573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7079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76279" y="3825240"/>
            <a:ext cx="29752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8119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8009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766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281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5569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597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7885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4741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3029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6109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97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4651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2939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71116" y="3898392"/>
            <a:ext cx="812444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1116" y="3715512"/>
            <a:ext cx="8124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22.57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72818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72818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091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337560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337560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874520"/>
            <a:ext cx="405536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830068"/>
            <a:ext cx="405536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149852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37560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0440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60720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3600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2152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95032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625840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8720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125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94136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337560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337560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6304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874520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1888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1888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1888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4184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1888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4184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250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996184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0916" y="4117848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95216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751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95216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751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95216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7512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95216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751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83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37560" y="534009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0440" y="527608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60720" y="534009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43600" y="527608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12152" y="534009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95032" y="527608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25840" y="534009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8720" y="527608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11256" y="534009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94136" y="527608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874520"/>
            <a:ext cx="5486400" cy="3127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6916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8.69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37560" y="527608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337560" y="509320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0347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59842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916" y="329336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916" y="398830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0916" y="468325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37560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37560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6631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916" y="246126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" y="315620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0916" y="385114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0916" y="454609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" y="524103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337560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470916" y="1828800"/>
            <a:ext cx="5852160" cy="4023360"/>
            <a:chOff x="47091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58064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08023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76348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44672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12996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007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38337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5666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35997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37359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412019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35997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47305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59975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35997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405684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24689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35997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34635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47305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35997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50030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24689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35997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21964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40970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67287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91743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91743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307095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104684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2125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584635" y="349397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59377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74301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75215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90139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91053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405977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406891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091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091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620012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20012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1155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1155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6371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371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31720" y="26791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31720" y="4032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23360" y="2084832"/>
            <a:ext cx="3657600" cy="2706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023360" y="1901952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10.16 x 7.52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91640" y="50657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91640" y="48828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98280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7.62 x 9.14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1819656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02436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2356" y="3441192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02436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5062728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(bullets)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2356" y="1508760"/>
            <a:ext cx="1106424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2356" y="1325880"/>
            <a:ext cx="11064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viñetas, 30.73 x 11.18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436751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19631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22167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05047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44821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27701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59449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2329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839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419719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6751" y="585216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6751" y="566928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4552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4552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6329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6176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69464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52344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94919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32072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130800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13680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03884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221728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63296" y="5925312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63296" y="5742432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06598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659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306803" y="32918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306803" y="31089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50256" y="6099048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50256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62821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45701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62821" y="5221224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62821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949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949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226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3.41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73148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73148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609340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609340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145532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145532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2.51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2.51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767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767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1021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2.84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67508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67508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67508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6750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6750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122672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22672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2.46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67508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7354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7354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73548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73548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5574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78454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5574" y="548640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295574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236" y="50749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236" y="4892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06803" y="607161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06803" y="588873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36237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19117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60337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143217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36237" y="5916168"/>
            <a:ext cx="310210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36237" y="5733288"/>
            <a:ext cx="310210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8.62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54322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37202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2224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05120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54322" y="5916168"/>
            <a:ext cx="34488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54322" y="5733288"/>
            <a:ext cx="34488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9.58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936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736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0471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8467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1577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9573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2683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0679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9051" y="2608783"/>
            <a:ext cx="108663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79323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65959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21991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94107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72460" y="3459175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06050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62732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77516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062082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3566" y="4309567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7156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4383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862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3188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70157" y="5159959"/>
            <a:ext cx="126774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0429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5213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6930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2188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877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70648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905530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90553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25.15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69308" y="5870448"/>
            <a:ext cx="488188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69308" y="5687568"/>
            <a:ext cx="4881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13.56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0644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8640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6160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65685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3681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156689" y="2459736"/>
            <a:ext cx="187520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37817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302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31895" y="3026664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302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63105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56853" y="3593592"/>
            <a:ext cx="375041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3798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1302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31730" y="4160520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162940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12858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81812" y="4727448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302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162940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31730" y="5294376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62940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12858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8508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796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5066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3540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031236" y="2194560"/>
            <a:ext cx="750082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31236" y="2011680"/>
            <a:ext cx="7500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20.84 x 9.45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85080" y="5870448"/>
            <a:ext cx="299313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85080" y="5687568"/>
            <a:ext cx="29931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8.31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425196" y="1691639"/>
              <a:ext cx="5760720" cy="41148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2981599" y="3374967"/>
              <a:ext cx="647912" cy="748145"/>
            </a:xfrm>
            <a:custGeom>
              <a:avLst/>
              <a:pathLst>
                <a:path w="647912" h="748145">
                  <a:moveTo>
                    <a:pt x="323956" y="0"/>
                  </a:moveTo>
                  <a:lnTo>
                    <a:pt x="647912" y="187036"/>
                  </a:lnTo>
                  <a:lnTo>
                    <a:pt x="647912" y="561109"/>
                  </a:lnTo>
                  <a:lnTo>
                    <a:pt x="323956" y="748145"/>
                  </a:lnTo>
                  <a:lnTo>
                    <a:pt x="0" y="561109"/>
                  </a:lnTo>
                  <a:lnTo>
                    <a:pt x="0" y="187036"/>
                  </a:lnTo>
                  <a:lnTo>
                    <a:pt x="323956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657643" y="3000894"/>
              <a:ext cx="1295825" cy="1496290"/>
            </a:xfrm>
            <a:custGeom>
              <a:avLst/>
              <a:pathLst>
                <a:path w="1295825" h="1496290">
                  <a:moveTo>
                    <a:pt x="647912" y="0"/>
                  </a:moveTo>
                  <a:lnTo>
                    <a:pt x="1295825" y="374072"/>
                  </a:lnTo>
                  <a:lnTo>
                    <a:pt x="1295825" y="1122218"/>
                  </a:lnTo>
                  <a:lnTo>
                    <a:pt x="647912" y="1496290"/>
                  </a:lnTo>
                  <a:lnTo>
                    <a:pt x="0" y="1122218"/>
                  </a:lnTo>
                  <a:lnTo>
                    <a:pt x="0" y="374072"/>
                  </a:lnTo>
                  <a:lnTo>
                    <a:pt x="64791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333686" y="2626821"/>
              <a:ext cx="1943738" cy="2244436"/>
            </a:xfrm>
            <a:custGeom>
              <a:avLst/>
              <a:pathLst>
                <a:path w="1943738" h="2244436">
                  <a:moveTo>
                    <a:pt x="971869" y="0"/>
                  </a:moveTo>
                  <a:lnTo>
                    <a:pt x="1943738" y="561109"/>
                  </a:lnTo>
                  <a:lnTo>
                    <a:pt x="1943738" y="1683327"/>
                  </a:lnTo>
                  <a:lnTo>
                    <a:pt x="971869" y="2244436"/>
                  </a:lnTo>
                  <a:lnTo>
                    <a:pt x="0" y="1683327"/>
                  </a:lnTo>
                  <a:lnTo>
                    <a:pt x="0" y="561109"/>
                  </a:lnTo>
                  <a:lnTo>
                    <a:pt x="97186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009730" y="2252749"/>
              <a:ext cx="2591651" cy="2992581"/>
            </a:xfrm>
            <a:custGeom>
              <a:avLst/>
              <a:pathLst>
                <a:path w="2591651" h="2992581">
                  <a:moveTo>
                    <a:pt x="1295825" y="0"/>
                  </a:moveTo>
                  <a:lnTo>
                    <a:pt x="2591651" y="748145"/>
                  </a:lnTo>
                  <a:lnTo>
                    <a:pt x="2591651" y="2244436"/>
                  </a:lnTo>
                  <a:lnTo>
                    <a:pt x="1295825" y="2992581"/>
                  </a:lnTo>
                  <a:lnTo>
                    <a:pt x="0" y="2244436"/>
                  </a:lnTo>
                  <a:lnTo>
                    <a:pt x="0" y="748145"/>
                  </a:lnTo>
                  <a:lnTo>
                    <a:pt x="12958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398477" y="2402378"/>
              <a:ext cx="1943738" cy="2543694"/>
            </a:xfrm>
            <a:custGeom>
              <a:avLst/>
              <a:pathLst>
                <a:path w="1943738" h="2543694">
                  <a:moveTo>
                    <a:pt x="907078" y="0"/>
                  </a:moveTo>
                  <a:lnTo>
                    <a:pt x="1943738" y="748145"/>
                  </a:lnTo>
                  <a:lnTo>
                    <a:pt x="1684573" y="1795549"/>
                  </a:lnTo>
                  <a:lnTo>
                    <a:pt x="907078" y="2543694"/>
                  </a:lnTo>
                  <a:lnTo>
                    <a:pt x="0" y="1870363"/>
                  </a:lnTo>
                  <a:lnTo>
                    <a:pt x="129582" y="89777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268895" y="2552007"/>
              <a:ext cx="1943738" cy="2319250"/>
            </a:xfrm>
            <a:custGeom>
              <a:avLst/>
              <a:pathLst>
                <a:path w="1943738" h="2319250">
                  <a:moveTo>
                    <a:pt x="1036660" y="0"/>
                  </a:moveTo>
                  <a:lnTo>
                    <a:pt x="1749365" y="785552"/>
                  </a:lnTo>
                  <a:lnTo>
                    <a:pt x="1943738" y="1720734"/>
                  </a:lnTo>
                  <a:lnTo>
                    <a:pt x="1036660" y="2319250"/>
                  </a:lnTo>
                  <a:lnTo>
                    <a:pt x="0" y="1795549"/>
                  </a:lnTo>
                  <a:lnTo>
                    <a:pt x="129582" y="673330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39312" y="2402378"/>
              <a:ext cx="2332486" cy="2319250"/>
            </a:xfrm>
            <a:custGeom>
              <a:avLst/>
              <a:pathLst>
                <a:path w="2332486" h="2319250">
                  <a:moveTo>
                    <a:pt x="1166243" y="0"/>
                  </a:moveTo>
                  <a:lnTo>
                    <a:pt x="2332486" y="673330"/>
                  </a:lnTo>
                  <a:lnTo>
                    <a:pt x="2073321" y="1870363"/>
                  </a:lnTo>
                  <a:lnTo>
                    <a:pt x="1166243" y="2319250"/>
                  </a:lnTo>
                  <a:lnTo>
                    <a:pt x="0" y="2019992"/>
                  </a:lnTo>
                  <a:lnTo>
                    <a:pt x="194373" y="785552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305195" y="31135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046030" y="416090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90905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61456" y="423572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491038" y="326313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5149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981238" y="33005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83423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231873" y="431053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361456" y="318831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34777" y="303868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68460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102291" y="438534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96665" y="315090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01500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860547" y="285292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860547" y="449848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36855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20848" y="4528771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395261" y="2824647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98203" y="339501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507347" y="341684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60925" y="3113174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70069" y="31350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823646" y="2831331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832790" y="285316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986368" y="2549489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995512" y="2571317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21028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03908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2338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06268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368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26560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21028" y="5870448"/>
            <a:ext cx="33690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21028" y="5687568"/>
            <a:ext cx="33690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9.36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536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0824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9094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382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471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29982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5366" y="5870448"/>
            <a:ext cx="46040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5366" y="5687568"/>
            <a:ext cx="46040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12.79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939796" y="2286000"/>
            <a:ext cx="8963863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24.90 x 7.62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5225796" y="1874520"/>
            <a:ext cx="6586423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5225796" y="169164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18.30 x 9.96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71408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9696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231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519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2057400"/>
            <a:ext cx="7958023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22676" y="18745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22.11 x 9.83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14086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4086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4091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3794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91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2018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40914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40914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670652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16636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6636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52848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6636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52848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6636" y="291693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52848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324612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52848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33008" y="1508760"/>
            <a:ext cx="5670652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33008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61608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61608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61608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61608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918204"/>
            <a:ext cx="5670652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6636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6636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2848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36" y="499719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2848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32638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52848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6636" y="5655564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52848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33008" y="3918204"/>
            <a:ext cx="5670652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33008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61608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61608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61608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p_dim_foda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cuadrantes por umbral de Top Two Box, 32.27 x 12.88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7863840" cy="4526280"/>
            <a:chOff x="56235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33844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7640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95719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307070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306026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303651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308072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309798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316890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312996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316290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323483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35726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40610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51574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58347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68522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70340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72179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68708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75437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81695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77230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80749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66891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55833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58318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65131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65315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56497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43699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66380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76008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77526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89017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86369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85892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92104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96906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99806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404083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409041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400299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402833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99661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410838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407609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413133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419552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402832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412057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421429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424486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35223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41026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36413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427430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54552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54686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62423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66151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69828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72872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71673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70666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72851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70701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83971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87239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85087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89956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91959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94270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95613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511252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503580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92962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96878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501043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506089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503373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98994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507281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96677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93761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95303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89285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84704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88765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84732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90294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92525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85746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93512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96011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86064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84293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87283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90159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92355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95348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412588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425480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35246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44103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30188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32156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76221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62482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71598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71577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80367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62221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51695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50436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60260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64185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67741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71577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80482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82452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7886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9554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4896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76840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2054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67800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59721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63011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70092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61410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56207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54338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56462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69581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76242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68800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76136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8227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94221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95032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04234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08185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7020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14545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66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02078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96979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75000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01596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07061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06352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00367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98944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06029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97100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06413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97020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97892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99034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08110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12088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05905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99135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8054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02659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08444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12159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12424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05901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94885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97199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05131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12454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12390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212356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203319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201141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98661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204959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17479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12567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05083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02034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98536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01117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05047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12095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02918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02808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97462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1188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91819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304016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302579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305321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310836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311597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311321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305335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319617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321697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323893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31487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29311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321568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315492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317602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320785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313671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306384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302084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96368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88425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85901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73672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87069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93368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96752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97931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304317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307667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310420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315093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312585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315686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327390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313443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307475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99484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98795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91672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96282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93504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89480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87119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81702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77697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82587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73227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83410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88411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95363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301018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306669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4492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320844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322792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320093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34318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320699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327051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321498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309344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317347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317997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318654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311128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315306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307783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302733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92633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96719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93276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88791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82787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79310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85465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92704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97411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04795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02711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06271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11043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18496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11340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10321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95772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91047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83949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80775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76177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63994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74482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77208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71124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64901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57135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61410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67282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63427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75916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86000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81519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90382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92748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81982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76419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67847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64123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69187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68454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76003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82760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92896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94626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304233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302585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301990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95683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301742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96301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80185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84220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81046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74391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68503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69206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75227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83211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90673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99482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311030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303278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84289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72795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79536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76279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72727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68522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67675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72059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73607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81041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92633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303183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313431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319733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326620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29713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27504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38027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321018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51136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51377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324430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58808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50557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318172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35285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32920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319183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27904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27504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43574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57137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61482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58158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49261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315635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327236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41400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33666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32945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28994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31420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37500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39777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44553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49312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77314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90595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87502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96696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70505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38211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34801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29628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27873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28327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34414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39905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313876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306313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317863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324900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323317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56728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323271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35930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40306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39374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48199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45338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42239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47417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44898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43942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48358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49158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34478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34598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31906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28647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325081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322977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321062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27767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37230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33996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30600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324237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317153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314914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314063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312546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322773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35020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33124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323729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30032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29823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318366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311726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311725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318372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317626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28370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38462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40180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40454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35507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36041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29083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28078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317981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315110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310178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312328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319038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30889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35759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33973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320087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11582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311862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316633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17596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39574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90116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87225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79759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86636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93399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92177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88078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83686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84431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78784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87606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86966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80190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70070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65944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67889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61490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60897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67042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75175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77724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84866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93307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82093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73321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69717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79204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85014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91241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93161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88828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81824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74045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65285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60582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63296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65400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69856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73409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78612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83567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91379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86230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92386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90978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95665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95918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04002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08017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14825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14448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24745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26107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30407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26994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21452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17612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18151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15722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14022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07553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96299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00365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99364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95503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88050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85500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91222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94408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98572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206509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214732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219949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226023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28653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35121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37396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49279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76622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65106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74661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58013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95714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48874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94886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58873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08843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49281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30295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38110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38110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38110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36450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36450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36450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36450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36450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36450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54185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54185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54185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54185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54185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54185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56235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56235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410383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176345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11268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11268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45309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45309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74701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171878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74701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171878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01269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198446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01269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198446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278380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225015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278380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225015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2544064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2515834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2544064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2515834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280974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278151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280974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278151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97880" y="307543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61304" y="304720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91656" y="307543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46520" y="304720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334111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61304" y="331288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1656" y="334111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6520" y="331288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97880" y="3606800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61304" y="357857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91656" y="3606800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6520" y="357857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97880" y="3872484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61304" y="3844254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91656" y="3872484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46520" y="3844254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413816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1304" y="410993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91656" y="413816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6520" y="410993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0" y="440385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861304" y="437562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1656" y="440385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46520" y="437562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97880" y="466953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61304" y="464130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91656" y="466953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446520" y="464130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la calidad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97880" y="4935220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61304" y="490699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1656" y="4935220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46520" y="490699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financieros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897880" y="5200904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861304" y="5172674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91656" y="5200904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46520" y="5172674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 universitario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897880" y="546658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861304" y="543835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91656" y="546658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6520" y="543835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Responsabilidad social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897880" y="573227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861304" y="570404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1656" y="573227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446520" y="570404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Seguimiento a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897880" y="599795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861304" y="596972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91656" y="599795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446520" y="596972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897880" y="1481328"/>
            <a:ext cx="5742432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97880" y="1298448"/>
            <a:ext cx="5742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entradas, 15.95 x 13.21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547741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547741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977847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204426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977847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204426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47436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540779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47436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540779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97088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303729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97088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303729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3467405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353381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3467405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353381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y recomendaciones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1481328"/>
            <a:ext cx="5742432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97880" y="1298448"/>
            <a:ext cx="5742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entradas, 15.95 x 13.21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547741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547741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977847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204426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977847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204426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47436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540779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47436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540779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97088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303729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97088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303729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3467405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353381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3467405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353381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963924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4030337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3963924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4030337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52160" y="4597603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Principales resultados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97880" y="4945075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43016" y="4899355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81928" y="4899355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5191963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43016" y="5146243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1928" y="5146243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97880" y="5438851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3016" y="5393131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81928" y="5393131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23960" y="4945075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9096" y="4899355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08008" y="4899355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23960" y="5191963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69096" y="5146243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08008" y="5146243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p_slide_indice(subindices = ...): subíndices bajo «Principales resultados»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97880" y="1481328"/>
            <a:ext cx="5742432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97880" y="1298448"/>
            <a:ext cx="5742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entradas, 15.95 x 13.21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53224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53224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940052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1990969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940052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1990969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398776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449693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398776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449693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857500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2908417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857500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2908417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3316224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3367141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3316224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3367141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774948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382586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3774948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382586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52160" y="4370832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Principales resultados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97880" y="4718304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43016" y="4672584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81928" y="4672584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4965192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43016" y="4919472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1928" y="4919472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97880" y="5212080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3016" y="5166360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81928" y="5166360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897880" y="5458968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43016" y="5413248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81928" y="5413248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97880" y="5705856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3016" y="5660136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281928" y="5660136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5952744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43016" y="5907024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81928" y="5907024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23960" y="4718304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69096" y="4672584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08008" y="4672584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23960" y="4965192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69096" y="4919472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08008" y="4919472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23960" y="5212080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69096" y="5166360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08008" y="5166360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823960" y="5458968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9096" y="5413248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08008" y="5413248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23960" y="5705856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69096" y="5660136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208008" y="5660136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p_slide_indice(subindices = ...): subíndices bajo «Principales resultados»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897880" y="1481328"/>
            <a:ext cx="5742432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897880" y="1298448"/>
            <a:ext cx="5742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entradas, 15.95 x 13.21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43193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916" y="2777267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" y="3611341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0916" y="4445415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65904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65904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0347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0916" y="259842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0916" y="329336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916" y="398830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0916" y="468325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614928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14928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92296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892296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337560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37560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88734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88734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166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661404" y="2121408"/>
            <a:ext cx="427820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76187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61404" y="2542032"/>
            <a:ext cx="398315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8113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66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61404" y="2962656"/>
            <a:ext cx="383563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3361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61404" y="3383280"/>
            <a:ext cx="309801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95992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661404" y="3803904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0846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61404" y="4224528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10846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66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661404" y="4645152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10846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61404" y="5065776"/>
            <a:ext cx="191781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1579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661404" y="5486400"/>
            <a:ext cx="132771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2569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61404" y="5907024"/>
            <a:ext cx="59009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88077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61404" y="2057400"/>
            <a:ext cx="46204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61404" y="1874520"/>
            <a:ext cx="4620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12.83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61404" y="5843016"/>
            <a:ext cx="46204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61404" y="5660136"/>
            <a:ext cx="4620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12.83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11066983" cy="4636008"/>
            <a:chOff x="56235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109481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9481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09481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09481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63773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63773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63773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3773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63773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418064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418064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8064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418064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418064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418064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418064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72356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72356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72356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72356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72356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72356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72356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726647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726647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726647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726647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726647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726647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51884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51884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51884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51884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306176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306176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306176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306176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306176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60467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60467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60467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60467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60467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60467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60467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614759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614759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614759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614759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614759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614759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614759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69050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69050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69050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69050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69050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69050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38817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93109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47400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601692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55983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87286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87286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87286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87286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87286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87286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87286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915291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915291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915291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915291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915291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915291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915291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235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235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798064"/>
            <a:ext cx="405536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337560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20440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60720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43600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312152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95032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25840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8720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11256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94136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37560" y="43891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42062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56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30042"/>
            <a:ext cx="4055364" cy="14782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504590"/>
            <a:ext cx="332842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868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504590"/>
            <a:ext cx="13203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8688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504590"/>
            <a:ext cx="258226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8688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504590"/>
            <a:ext cx="110093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8688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504590"/>
            <a:ext cx="16459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4058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3143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21198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777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0916" y="3666086"/>
            <a:ext cx="405536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141574"/>
            <a:ext cx="11338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141574"/>
            <a:ext cx="60716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22387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141574"/>
            <a:ext cx="30211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22387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141574"/>
            <a:ext cx="1704442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22387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141574"/>
            <a:ext cx="54864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407756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84896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407756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6842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84896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21472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37560" y="528457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0440" y="522056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0720" y="528457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43600" y="522056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152" y="528457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5032" y="522056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625840" y="528457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8720" y="522056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1256" y="528457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94136" y="522056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1930042"/>
            <a:ext cx="5486400" cy="3016205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747162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337560" y="522056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337560" y="503768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6631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0916" y="246126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315620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0916" y="385114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0916" y="454609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0916" y="524103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971544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971544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92324" y="2404872"/>
            <a:ext cx="17616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64835" y="2404872"/>
            <a:ext cx="69370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4835" y="2374011"/>
            <a:ext cx="690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54878" y="2404872"/>
            <a:ext cx="466144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54878" y="2374011"/>
            <a:ext cx="4657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12667" y="2404872"/>
            <a:ext cx="181502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12667" y="2374011"/>
            <a:ext cx="1811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924029" y="2404872"/>
            <a:ext cx="129383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924029" y="2374011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673093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85971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091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92324" y="2946654"/>
            <a:ext cx="52119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31050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9856" y="2946654"/>
            <a:ext cx="155625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09856" y="2915793"/>
            <a:ext cx="155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62452" y="2946654"/>
            <a:ext cx="29363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62452" y="2915793"/>
            <a:ext cx="29326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95134" y="2946654"/>
            <a:ext cx="164250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95134" y="2915793"/>
            <a:ext cx="1638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33986" y="2946654"/>
            <a:ext cx="19838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33986" y="2915793"/>
            <a:ext cx="19838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091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92324" y="4768596"/>
            <a:ext cx="5962912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92324" y="4738878"/>
            <a:ext cx="5959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551579" y="4768596"/>
            <a:ext cx="335208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551579" y="4738878"/>
            <a:ext cx="3352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091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92324" y="5129784"/>
            <a:ext cx="661470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92324" y="5100066"/>
            <a:ext cx="6611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203372" y="5129784"/>
            <a:ext cx="270028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203372" y="5100066"/>
            <a:ext cx="2700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091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92324" y="5490972"/>
            <a:ext cx="8197633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92324" y="5461254"/>
            <a:ext cx="81939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86299" y="5490972"/>
            <a:ext cx="1117360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6299" y="5461254"/>
            <a:ext cx="1117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4753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30416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92324" y="2194560"/>
            <a:ext cx="862553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92324" y="2011680"/>
            <a:ext cx="862553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23.96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061183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061183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92324" y="4649724"/>
            <a:ext cx="931133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92324" y="4466844"/>
            <a:ext cx="931133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25.86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47536" y="580644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4753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92324" y="2404872"/>
            <a:ext cx="34867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44795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7345" y="2404872"/>
            <a:ext cx="146999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37345" y="2374011"/>
            <a:ext cx="14663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03686" y="2404872"/>
            <a:ext cx="448893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3686" y="2374011"/>
            <a:ext cx="44852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8965" y="2404872"/>
            <a:ext cx="21600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88965" y="2374011"/>
            <a:ext cx="2156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5348" y="2404872"/>
            <a:ext cx="17251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611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34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091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92324" y="2946654"/>
            <a:ext cx="26242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51090" y="2946654"/>
            <a:ext cx="121123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51090" y="2915793"/>
            <a:ext cx="1207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8665" y="2946654"/>
            <a:ext cx="47477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58665" y="2915793"/>
            <a:ext cx="47440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02709" y="2946654"/>
            <a:ext cx="224629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709" y="2915793"/>
            <a:ext cx="22426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5348" y="2946654"/>
            <a:ext cx="17251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16221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29099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611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34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091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92324" y="4860036"/>
            <a:ext cx="4349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8792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023601" y="4860036"/>
            <a:ext cx="12974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23601" y="4829175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17431" y="4860036"/>
            <a:ext cx="379889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17431" y="4829175"/>
            <a:ext cx="37952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12667" y="4860036"/>
            <a:ext cx="181502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12667" y="4829175"/>
            <a:ext cx="1811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924029" y="4860036"/>
            <a:ext cx="129383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4029" y="4829175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091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592324" y="5401818"/>
            <a:ext cx="26242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51090" y="5401818"/>
            <a:ext cx="103872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51090" y="5370957"/>
            <a:ext cx="1035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886154" y="5401818"/>
            <a:ext cx="423017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86154" y="5370957"/>
            <a:ext cx="4226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2667" y="5401818"/>
            <a:ext cx="207378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2667" y="5370957"/>
            <a:ext cx="20701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2795" y="5401818"/>
            <a:ext cx="103506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2795" y="5370957"/>
            <a:ext cx="1035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716221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29099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061183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44063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91863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74743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45175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28055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9803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2683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1799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34679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592324" y="2194560"/>
            <a:ext cx="862553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2324" y="2011680"/>
            <a:ext cx="862553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23.96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061183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061183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92324" y="4649724"/>
            <a:ext cx="862553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92324" y="4466844"/>
            <a:ext cx="862553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23.96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061183" y="58064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061183" y="56235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70916" y="2011680"/>
            <a:ext cx="8229600" cy="3931920"/>
            <a:chOff x="47091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72831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45067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217303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89539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61775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34011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506247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78483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50719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22955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95190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80869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57696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25341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97577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69813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42049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18876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91112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63348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35584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807820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92801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65036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37272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309508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81744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53980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26216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98452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70688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38333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94067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47091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91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91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92608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71544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71544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93536" y="5824728"/>
            <a:ext cx="2636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93536" y="5641848"/>
            <a:ext cx="2636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7.32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85688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85688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1551650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551650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506498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856186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6205875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8555563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506498" y="3137627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3856186" y="2804186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205875" y="2470744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8555563" y="2637465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1399138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748827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6098515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448203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399138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748827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6098515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8448203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8882678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8882678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31315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681218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5851860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201549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220505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20505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41293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41293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62082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2082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982871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982871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99716" y="2011680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20505" y="2578608"/>
            <a:ext cx="96039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80899" y="3145536"/>
            <a:ext cx="288118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77924" y="3712464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14555" y="4279392"/>
            <a:ext cx="230494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7117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6649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52354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47682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409773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línea de tiempo del estudio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508760"/>
            <a:ext cx="11615623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cronograma: meses arriba, fases a la izquierda, hitos abajo, 32.27 x 11.18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2026-10-07T16:26:15Z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