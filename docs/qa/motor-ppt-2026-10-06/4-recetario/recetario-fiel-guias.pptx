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26564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35705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25.99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22676" y="247954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22676" y="284530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404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22676" y="368960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05536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14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22676" y="489966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8356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sobre riel al 100%, 15.50 x 10.08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0168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370168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6084" y="2103120"/>
            <a:ext cx="1465783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6084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8.53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6084" y="5175504"/>
            <a:ext cx="146578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6084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2.44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32.27 x 12.88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73684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3684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2356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62356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516888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516888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288036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288036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6871716" y="1508760"/>
            <a:ext cx="50319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6871716" y="1325880"/>
            <a:ext cx="5031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13.98 x 2.92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891794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891794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288036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288036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7786116" y="1508760"/>
            <a:ext cx="41175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7786116" y="1325880"/>
            <a:ext cx="41175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11.44 x 2.92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2884526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2884526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288036" y="2057400"/>
            <a:ext cx="1161562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288036" y="18745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32.27 x 10.08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59496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5949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9.99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31456" y="5029200"/>
            <a:ext cx="368640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1456" y="4846320"/>
            <a:ext cx="36864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10.24 x 1.78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2026-10-07T20:52:39Z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